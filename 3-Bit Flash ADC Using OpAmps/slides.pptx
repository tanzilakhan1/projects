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Albert Sans Black"/>
      <p:bold r:id="rId17"/>
      <p:boldItalic r:id="rId18"/>
    </p:embeddedFont>
    <p:embeddedFont>
      <p:font typeface="Albert Sans ExtraBold"/>
      <p:bold r:id="rId19"/>
      <p:boldItalic r:id="rId20"/>
    </p:embeddedFont>
    <p:embeddedFont>
      <p:font typeface="Bebas Neue"/>
      <p:regular r:id="rId21"/>
    </p:embeddedFont>
    <p:embeddedFont>
      <p:font typeface="Albert Sans Light"/>
      <p:regular r:id="rId22"/>
      <p:bold r:id="rId23"/>
      <p:italic r:id="rId24"/>
      <p:boldItalic r:id="rId25"/>
    </p:embeddedFont>
    <p:embeddedFont>
      <p:font typeface="Albert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AlbertSansExtraBold-boldItalic.fntdata"/><Relationship Id="rId22" Type="http://schemas.openxmlformats.org/officeDocument/2006/relationships/font" Target="fonts/AlbertSansLight-regular.fntdata"/><Relationship Id="rId21" Type="http://schemas.openxmlformats.org/officeDocument/2006/relationships/font" Target="fonts/BebasNeue-regular.fntdata"/><Relationship Id="rId24" Type="http://schemas.openxmlformats.org/officeDocument/2006/relationships/font" Target="fonts/AlbertSansLight-italic.fntdata"/><Relationship Id="rId23" Type="http://schemas.openxmlformats.org/officeDocument/2006/relationships/font" Target="fonts/AlbertSansLigh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lbertSans-regular.fntdata"/><Relationship Id="rId25" Type="http://schemas.openxmlformats.org/officeDocument/2006/relationships/font" Target="fonts/AlbertSansLight-boldItalic.fntdata"/><Relationship Id="rId28" Type="http://schemas.openxmlformats.org/officeDocument/2006/relationships/font" Target="fonts/AlbertSans-italic.fntdata"/><Relationship Id="rId27" Type="http://schemas.openxmlformats.org/officeDocument/2006/relationships/font" Target="fonts/Albert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lbertSans-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AlbertSansBlack-bold.fntdata"/><Relationship Id="rId16" Type="http://schemas.openxmlformats.org/officeDocument/2006/relationships/slide" Target="slides/slide12.xml"/><Relationship Id="rId19" Type="http://schemas.openxmlformats.org/officeDocument/2006/relationships/font" Target="fonts/AlbertSansExtraBold-bold.fntdata"/><Relationship Id="rId18" Type="http://schemas.openxmlformats.org/officeDocument/2006/relationships/font" Target="fonts/AlbertSansBlac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dc9c7c5c0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dc9c7c5c0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715c16e9c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715c16e9c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dc9c7c5c0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dc9c7c5c0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dc9c7c5c0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2dc9c7c5c0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2dc9c7c5c0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2dc9c7c5c0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dc9c7c5c0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dc9c7c5c0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dc9c7c5c0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dc9c7c5c0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6429125" y="-24300"/>
            <a:ext cx="2714875" cy="5167749"/>
            <a:chOff x="6429125" y="-24300"/>
            <a:chExt cx="2714875" cy="5167749"/>
          </a:xfrm>
        </p:grpSpPr>
        <p:pic>
          <p:nvPicPr>
            <p:cNvPr id="10" name="Google Shape;10;p2"/>
            <p:cNvPicPr preferRelativeResize="0"/>
            <p:nvPr/>
          </p:nvPicPr>
          <p:blipFill>
            <a:blip r:embed="rId2">
              <a:alphaModFix/>
            </a:blip>
            <a:stretch>
              <a:fillRect/>
            </a:stretch>
          </p:blipFill>
          <p:spPr>
            <a:xfrm>
              <a:off x="7747050" y="-24300"/>
              <a:ext cx="1244252" cy="1127599"/>
            </a:xfrm>
            <a:prstGeom prst="rect">
              <a:avLst/>
            </a:prstGeom>
            <a:noFill/>
            <a:ln>
              <a:noFill/>
            </a:ln>
          </p:spPr>
        </p:pic>
        <p:pic>
          <p:nvPicPr>
            <p:cNvPr id="11" name="Google Shape;11;p2"/>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sp>
        <p:nvSpPr>
          <p:cNvPr id="12" name="Google Shape;12;p2"/>
          <p:cNvSpPr txBox="1"/>
          <p:nvPr>
            <p:ph type="ctrTitle"/>
          </p:nvPr>
        </p:nvSpPr>
        <p:spPr>
          <a:xfrm>
            <a:off x="1396950" y="1518125"/>
            <a:ext cx="6350100" cy="1564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400">
                <a:latin typeface="Albert Sans ExtraBold"/>
                <a:ea typeface="Albert Sans ExtraBold"/>
                <a:cs typeface="Albert Sans ExtraBold"/>
                <a:sym typeface="Albert Sans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 name="Google Shape;13;p2"/>
          <p:cNvSpPr txBox="1"/>
          <p:nvPr>
            <p:ph idx="1" type="subTitle"/>
          </p:nvPr>
        </p:nvSpPr>
        <p:spPr>
          <a:xfrm>
            <a:off x="2307675" y="3149575"/>
            <a:ext cx="45288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4" name="Google Shape;14;p2"/>
          <p:cNvGrpSpPr/>
          <p:nvPr/>
        </p:nvGrpSpPr>
        <p:grpSpPr>
          <a:xfrm>
            <a:off x="579525" y="261300"/>
            <a:ext cx="7980950" cy="4595775"/>
            <a:chOff x="579525" y="261300"/>
            <a:chExt cx="7980950" cy="4595775"/>
          </a:xfrm>
        </p:grpSpPr>
        <p:sp>
          <p:nvSpPr>
            <p:cNvPr id="15" name="Google Shape;15;p2"/>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16" name="Google Shape;16;p2"/>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17" name="Google Shape;17;p2"/>
          <p:cNvGrpSpPr/>
          <p:nvPr/>
        </p:nvGrpSpPr>
        <p:grpSpPr>
          <a:xfrm>
            <a:off x="1727190" y="4442730"/>
            <a:ext cx="971965" cy="161280"/>
            <a:chOff x="6413465" y="539505"/>
            <a:chExt cx="971965" cy="161280"/>
          </a:xfrm>
        </p:grpSpPr>
        <p:sp>
          <p:nvSpPr>
            <p:cNvPr id="18" name="Google Shape;18;p2"/>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 name="Google Shape;22;p2"/>
          <p:cNvGrpSpPr/>
          <p:nvPr/>
        </p:nvGrpSpPr>
        <p:grpSpPr>
          <a:xfrm>
            <a:off x="123628" y="6"/>
            <a:ext cx="261257" cy="5143447"/>
            <a:chOff x="221120" y="-9"/>
            <a:chExt cx="454360" cy="3595559"/>
          </a:xfrm>
        </p:grpSpPr>
        <p:sp>
          <p:nvSpPr>
            <p:cNvPr id="23" name="Google Shape;23;p2"/>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2"/>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2"/>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2"/>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 name="Google Shape;36;p2"/>
          <p:cNvGrpSpPr/>
          <p:nvPr/>
        </p:nvGrpSpPr>
        <p:grpSpPr>
          <a:xfrm>
            <a:off x="7044690" y="458868"/>
            <a:ext cx="971965" cy="161280"/>
            <a:chOff x="6413465" y="539505"/>
            <a:chExt cx="971965" cy="161280"/>
          </a:xfrm>
        </p:grpSpPr>
        <p:sp>
          <p:nvSpPr>
            <p:cNvPr id="37" name="Google Shape;37;p2"/>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2"/>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grpSp>
        <p:nvGrpSpPr>
          <p:cNvPr id="42" name="Google Shape;42;p3"/>
          <p:cNvGrpSpPr/>
          <p:nvPr/>
        </p:nvGrpSpPr>
        <p:grpSpPr>
          <a:xfrm>
            <a:off x="0" y="-12125"/>
            <a:ext cx="9144000" cy="5167749"/>
            <a:chOff x="0" y="-12125"/>
            <a:chExt cx="9144000" cy="5167749"/>
          </a:xfrm>
        </p:grpSpPr>
        <p:pic>
          <p:nvPicPr>
            <p:cNvPr id="43" name="Google Shape;43;p3"/>
            <p:cNvPicPr preferRelativeResize="0"/>
            <p:nvPr/>
          </p:nvPicPr>
          <p:blipFill>
            <a:blip r:embed="rId2">
              <a:alphaModFix/>
            </a:blip>
            <a:stretch>
              <a:fillRect/>
            </a:stretch>
          </p:blipFill>
          <p:spPr>
            <a:xfrm rot="10800000">
              <a:off x="7899748" y="4028025"/>
              <a:ext cx="1244252" cy="1127599"/>
            </a:xfrm>
            <a:prstGeom prst="rect">
              <a:avLst/>
            </a:prstGeom>
            <a:noFill/>
            <a:ln>
              <a:noFill/>
            </a:ln>
          </p:spPr>
        </p:pic>
        <p:pic>
          <p:nvPicPr>
            <p:cNvPr id="44" name="Google Shape;44;p3"/>
            <p:cNvPicPr preferRelativeResize="0"/>
            <p:nvPr/>
          </p:nvPicPr>
          <p:blipFill rotWithShape="1">
            <a:blip r:embed="rId2">
              <a:alphaModFix amt="37000"/>
            </a:blip>
            <a:srcRect b="35662" l="0" r="38279" t="0"/>
            <a:stretch/>
          </p:blipFill>
          <p:spPr>
            <a:xfrm rot="10800000">
              <a:off x="0" y="-12125"/>
              <a:ext cx="2714875" cy="2564774"/>
            </a:xfrm>
            <a:prstGeom prst="rect">
              <a:avLst/>
            </a:prstGeom>
            <a:noFill/>
            <a:ln>
              <a:noFill/>
            </a:ln>
          </p:spPr>
        </p:pic>
      </p:grpSp>
      <p:grpSp>
        <p:nvGrpSpPr>
          <p:cNvPr id="45" name="Google Shape;45;p3"/>
          <p:cNvGrpSpPr/>
          <p:nvPr/>
        </p:nvGrpSpPr>
        <p:grpSpPr>
          <a:xfrm>
            <a:off x="579525" y="261300"/>
            <a:ext cx="7980950" cy="4595775"/>
            <a:chOff x="579525" y="261300"/>
            <a:chExt cx="7980950" cy="4595775"/>
          </a:xfrm>
        </p:grpSpPr>
        <p:sp>
          <p:nvSpPr>
            <p:cNvPr id="46" name="Google Shape;46;p3"/>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47" name="Google Shape;47;p3"/>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48" name="Google Shape;48;p3"/>
          <p:cNvGrpSpPr/>
          <p:nvPr/>
        </p:nvGrpSpPr>
        <p:grpSpPr>
          <a:xfrm>
            <a:off x="1727190" y="458867"/>
            <a:ext cx="6289465" cy="4145142"/>
            <a:chOff x="1727190" y="458868"/>
            <a:chExt cx="6289465" cy="4145142"/>
          </a:xfrm>
        </p:grpSpPr>
        <p:grpSp>
          <p:nvGrpSpPr>
            <p:cNvPr id="49" name="Google Shape;49;p3"/>
            <p:cNvGrpSpPr/>
            <p:nvPr/>
          </p:nvGrpSpPr>
          <p:grpSpPr>
            <a:xfrm>
              <a:off x="1727190" y="4442730"/>
              <a:ext cx="971965" cy="161280"/>
              <a:chOff x="6413465" y="539505"/>
              <a:chExt cx="971965" cy="161280"/>
            </a:xfrm>
          </p:grpSpPr>
          <p:sp>
            <p:nvSpPr>
              <p:cNvPr id="50" name="Google Shape;50;p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 name="Google Shape;51;p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 name="Google Shape;53;p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 name="Google Shape;54;p3"/>
            <p:cNvGrpSpPr/>
            <p:nvPr/>
          </p:nvGrpSpPr>
          <p:grpSpPr>
            <a:xfrm>
              <a:off x="7044690" y="458868"/>
              <a:ext cx="971965" cy="161280"/>
              <a:chOff x="6413465" y="539505"/>
              <a:chExt cx="971965" cy="161280"/>
            </a:xfrm>
          </p:grpSpPr>
          <p:sp>
            <p:nvSpPr>
              <p:cNvPr id="55" name="Google Shape;55;p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9" name="Google Shape;59;p3"/>
          <p:cNvSpPr txBox="1"/>
          <p:nvPr>
            <p:ph type="title"/>
          </p:nvPr>
        </p:nvSpPr>
        <p:spPr>
          <a:xfrm>
            <a:off x="1024800" y="2051275"/>
            <a:ext cx="4465200" cy="14196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3"/>
          <p:cNvSpPr txBox="1"/>
          <p:nvPr>
            <p:ph hasCustomPrompt="1" idx="2" type="title"/>
          </p:nvPr>
        </p:nvSpPr>
        <p:spPr>
          <a:xfrm>
            <a:off x="1024800" y="1044475"/>
            <a:ext cx="900900" cy="841800"/>
          </a:xfrm>
          <a:prstGeom prst="rect">
            <a:avLst/>
          </a:prstGeom>
          <a:solidFill>
            <a:srgbClr val="21DFD8">
              <a:alpha val="2152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atin typeface="Albert Sans Light"/>
                <a:ea typeface="Albert Sans Light"/>
                <a:cs typeface="Albert Sans Light"/>
                <a:sym typeface="Albert Sans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1" name="Google Shape;61;p3"/>
          <p:cNvSpPr txBox="1"/>
          <p:nvPr>
            <p:ph idx="1" type="subTitle"/>
          </p:nvPr>
        </p:nvSpPr>
        <p:spPr>
          <a:xfrm>
            <a:off x="1024800" y="3516250"/>
            <a:ext cx="44652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62" name="Google Shape;62;p3"/>
          <p:cNvGrpSpPr/>
          <p:nvPr/>
        </p:nvGrpSpPr>
        <p:grpSpPr>
          <a:xfrm>
            <a:off x="8730053" y="6"/>
            <a:ext cx="261257" cy="5143447"/>
            <a:chOff x="221120" y="-9"/>
            <a:chExt cx="454360" cy="3595559"/>
          </a:xfrm>
        </p:grpSpPr>
        <p:sp>
          <p:nvSpPr>
            <p:cNvPr id="63" name="Google Shape;63;p3"/>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3"/>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3"/>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3"/>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3"/>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3"/>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3"/>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3"/>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3"/>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3"/>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3"/>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3"/>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3"/>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 name="Shape 76"/>
        <p:cNvGrpSpPr/>
        <p:nvPr/>
      </p:nvGrpSpPr>
      <p:grpSpPr>
        <a:xfrm>
          <a:off x="0" y="0"/>
          <a:ext cx="0" cy="0"/>
          <a:chOff x="0" y="0"/>
          <a:chExt cx="0" cy="0"/>
        </a:xfrm>
      </p:grpSpPr>
      <p:grpSp>
        <p:nvGrpSpPr>
          <p:cNvPr id="77" name="Google Shape;77;p4"/>
          <p:cNvGrpSpPr/>
          <p:nvPr/>
        </p:nvGrpSpPr>
        <p:grpSpPr>
          <a:xfrm>
            <a:off x="307577" y="261300"/>
            <a:ext cx="8549992" cy="4595775"/>
            <a:chOff x="579525" y="261300"/>
            <a:chExt cx="7980950" cy="4595775"/>
          </a:xfrm>
        </p:grpSpPr>
        <p:sp>
          <p:nvSpPr>
            <p:cNvPr id="78" name="Google Shape;78;p4"/>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79" name="Google Shape;79;p4"/>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80" name="Google Shape;80;p4"/>
          <p:cNvGrpSpPr/>
          <p:nvPr/>
        </p:nvGrpSpPr>
        <p:grpSpPr>
          <a:xfrm>
            <a:off x="1727190" y="180167"/>
            <a:ext cx="6289465" cy="4761342"/>
            <a:chOff x="1727190" y="180168"/>
            <a:chExt cx="6289465" cy="4761342"/>
          </a:xfrm>
        </p:grpSpPr>
        <p:grpSp>
          <p:nvGrpSpPr>
            <p:cNvPr id="81" name="Google Shape;81;p4"/>
            <p:cNvGrpSpPr/>
            <p:nvPr/>
          </p:nvGrpSpPr>
          <p:grpSpPr>
            <a:xfrm>
              <a:off x="1727190" y="4780230"/>
              <a:ext cx="971965" cy="161280"/>
              <a:chOff x="6413465" y="539505"/>
              <a:chExt cx="971965" cy="161280"/>
            </a:xfrm>
          </p:grpSpPr>
          <p:sp>
            <p:nvSpPr>
              <p:cNvPr id="82" name="Google Shape;82;p4"/>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4"/>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4"/>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4"/>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6" name="Google Shape;86;p4"/>
            <p:cNvGrpSpPr/>
            <p:nvPr/>
          </p:nvGrpSpPr>
          <p:grpSpPr>
            <a:xfrm>
              <a:off x="7044690" y="180168"/>
              <a:ext cx="971965" cy="161280"/>
              <a:chOff x="6413465" y="539505"/>
              <a:chExt cx="971965" cy="161280"/>
            </a:xfrm>
          </p:grpSpPr>
          <p:sp>
            <p:nvSpPr>
              <p:cNvPr id="87" name="Google Shape;87;p4"/>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4"/>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4"/>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4"/>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1" name="Google Shape;91;p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92" name="Google Shape;92;p4"/>
          <p:cNvSpPr txBox="1"/>
          <p:nvPr>
            <p:ph idx="1" type="body"/>
          </p:nvPr>
        </p:nvSpPr>
        <p:spPr>
          <a:xfrm>
            <a:off x="720000" y="1020751"/>
            <a:ext cx="7704000" cy="3900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93" name="Google Shape;93;p4"/>
          <p:cNvGrpSpPr/>
          <p:nvPr/>
        </p:nvGrpSpPr>
        <p:grpSpPr>
          <a:xfrm>
            <a:off x="148226" y="-1686"/>
            <a:ext cx="328412" cy="1857425"/>
            <a:chOff x="965726" y="-1686"/>
            <a:chExt cx="328412" cy="1857425"/>
          </a:xfrm>
        </p:grpSpPr>
        <p:sp>
          <p:nvSpPr>
            <p:cNvPr id="94" name="Google Shape;94;p4"/>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4"/>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4"/>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4"/>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4"/>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 name="Google Shape;99;p4"/>
          <p:cNvGrpSpPr/>
          <p:nvPr/>
        </p:nvGrpSpPr>
        <p:grpSpPr>
          <a:xfrm rot="10800000">
            <a:off x="8690726" y="3286064"/>
            <a:ext cx="328412" cy="1857425"/>
            <a:chOff x="965726" y="-1686"/>
            <a:chExt cx="328412" cy="1857425"/>
          </a:xfrm>
        </p:grpSpPr>
        <p:sp>
          <p:nvSpPr>
            <p:cNvPr id="100" name="Google Shape;100;p4"/>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4"/>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4"/>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4"/>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4"/>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5" name="Google Shape;105;p4"/>
          <p:cNvGrpSpPr/>
          <p:nvPr/>
        </p:nvGrpSpPr>
        <p:grpSpPr>
          <a:xfrm>
            <a:off x="0" y="2578675"/>
            <a:ext cx="9144000" cy="2564774"/>
            <a:chOff x="0" y="2578675"/>
            <a:chExt cx="9144000" cy="2564774"/>
          </a:xfrm>
        </p:grpSpPr>
        <p:pic>
          <p:nvPicPr>
            <p:cNvPr id="106" name="Google Shape;106;p4"/>
            <p:cNvPicPr preferRelativeResize="0"/>
            <p:nvPr/>
          </p:nvPicPr>
          <p:blipFill>
            <a:blip r:embed="rId2">
              <a:alphaModFix amt="64000"/>
            </a:blip>
            <a:stretch>
              <a:fillRect/>
            </a:stretch>
          </p:blipFill>
          <p:spPr>
            <a:xfrm>
              <a:off x="0" y="3117850"/>
              <a:ext cx="1244252" cy="1127599"/>
            </a:xfrm>
            <a:prstGeom prst="rect">
              <a:avLst/>
            </a:prstGeom>
            <a:noFill/>
            <a:ln>
              <a:noFill/>
            </a:ln>
          </p:spPr>
        </p:pic>
        <p:pic>
          <p:nvPicPr>
            <p:cNvPr id="107" name="Google Shape;107;p4"/>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grpSp>
        <p:nvGrpSpPr>
          <p:cNvPr id="109" name="Google Shape;109;p5"/>
          <p:cNvGrpSpPr/>
          <p:nvPr/>
        </p:nvGrpSpPr>
        <p:grpSpPr>
          <a:xfrm>
            <a:off x="0" y="0"/>
            <a:ext cx="9144002" cy="5143499"/>
            <a:chOff x="0" y="0"/>
            <a:chExt cx="9144002" cy="5143499"/>
          </a:xfrm>
        </p:grpSpPr>
        <p:pic>
          <p:nvPicPr>
            <p:cNvPr id="110" name="Google Shape;110;p5"/>
            <p:cNvPicPr preferRelativeResize="0"/>
            <p:nvPr/>
          </p:nvPicPr>
          <p:blipFill>
            <a:blip r:embed="rId2">
              <a:alphaModFix amt="64000"/>
            </a:blip>
            <a:stretch>
              <a:fillRect/>
            </a:stretch>
          </p:blipFill>
          <p:spPr>
            <a:xfrm flipH="1" rot="10800000">
              <a:off x="7899750" y="4015901"/>
              <a:ext cx="1244252" cy="1127599"/>
            </a:xfrm>
            <a:prstGeom prst="rect">
              <a:avLst/>
            </a:prstGeom>
            <a:noFill/>
            <a:ln>
              <a:noFill/>
            </a:ln>
          </p:spPr>
        </p:pic>
        <p:pic>
          <p:nvPicPr>
            <p:cNvPr id="111" name="Google Shape;111;p5"/>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grpSp>
        <p:nvGrpSpPr>
          <p:cNvPr id="112" name="Google Shape;112;p5"/>
          <p:cNvGrpSpPr/>
          <p:nvPr/>
        </p:nvGrpSpPr>
        <p:grpSpPr>
          <a:xfrm>
            <a:off x="307577" y="261300"/>
            <a:ext cx="8549992" cy="4595775"/>
            <a:chOff x="579525" y="261300"/>
            <a:chExt cx="7980950" cy="4595775"/>
          </a:xfrm>
        </p:grpSpPr>
        <p:sp>
          <p:nvSpPr>
            <p:cNvPr id="113" name="Google Shape;113;p5"/>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114" name="Google Shape;114;p5"/>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115" name="Google Shape;115;p5"/>
          <p:cNvGrpSpPr/>
          <p:nvPr/>
        </p:nvGrpSpPr>
        <p:grpSpPr>
          <a:xfrm>
            <a:off x="1727190" y="1854600"/>
            <a:ext cx="7212384" cy="3086910"/>
            <a:chOff x="1727190" y="1854600"/>
            <a:chExt cx="7212384" cy="3086910"/>
          </a:xfrm>
        </p:grpSpPr>
        <p:grpSp>
          <p:nvGrpSpPr>
            <p:cNvPr id="116" name="Google Shape;116;p5"/>
            <p:cNvGrpSpPr/>
            <p:nvPr/>
          </p:nvGrpSpPr>
          <p:grpSpPr>
            <a:xfrm flipH="1">
              <a:off x="1727190" y="4780230"/>
              <a:ext cx="971965" cy="161280"/>
              <a:chOff x="6413465" y="539505"/>
              <a:chExt cx="971965" cy="161280"/>
            </a:xfrm>
          </p:grpSpPr>
          <p:sp>
            <p:nvSpPr>
              <p:cNvPr id="117" name="Google Shape;117;p5"/>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5"/>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5"/>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5"/>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1" name="Google Shape;121;p5"/>
            <p:cNvGrpSpPr/>
            <p:nvPr/>
          </p:nvGrpSpPr>
          <p:grpSpPr>
            <a:xfrm flipH="1" rot="-5400000">
              <a:off x="8372951" y="2259943"/>
              <a:ext cx="971965" cy="161280"/>
              <a:chOff x="6413465" y="530766"/>
              <a:chExt cx="971965" cy="161280"/>
            </a:xfrm>
          </p:grpSpPr>
          <p:sp>
            <p:nvSpPr>
              <p:cNvPr id="122" name="Google Shape;122;p5"/>
              <p:cNvSpPr/>
              <p:nvPr/>
            </p:nvSpPr>
            <p:spPr>
              <a:xfrm>
                <a:off x="7286403" y="530766"/>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5"/>
              <p:cNvSpPr/>
              <p:nvPr/>
            </p:nvSpPr>
            <p:spPr>
              <a:xfrm>
                <a:off x="6995146" y="530766"/>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5"/>
              <p:cNvSpPr/>
              <p:nvPr/>
            </p:nvSpPr>
            <p:spPr>
              <a:xfrm>
                <a:off x="6703889" y="530766"/>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5"/>
              <p:cNvSpPr/>
              <p:nvPr/>
            </p:nvSpPr>
            <p:spPr>
              <a:xfrm>
                <a:off x="6413465" y="530766"/>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26" name="Google Shape;126;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127" name="Google Shape;127;p5"/>
          <p:cNvSpPr txBox="1"/>
          <p:nvPr>
            <p:ph idx="1" type="subTitle"/>
          </p:nvPr>
        </p:nvSpPr>
        <p:spPr>
          <a:xfrm>
            <a:off x="5055284" y="36849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8" name="Google Shape;128;p5"/>
          <p:cNvSpPr txBox="1"/>
          <p:nvPr>
            <p:ph idx="2" type="subTitle"/>
          </p:nvPr>
        </p:nvSpPr>
        <p:spPr>
          <a:xfrm>
            <a:off x="1583300" y="36849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9" name="Google Shape;129;p5"/>
          <p:cNvSpPr txBox="1"/>
          <p:nvPr>
            <p:ph idx="3" type="subTitle"/>
          </p:nvPr>
        </p:nvSpPr>
        <p:spPr>
          <a:xfrm>
            <a:off x="5055275" y="33007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0" name="Google Shape;130;p5"/>
          <p:cNvSpPr txBox="1"/>
          <p:nvPr>
            <p:ph idx="4" type="subTitle"/>
          </p:nvPr>
        </p:nvSpPr>
        <p:spPr>
          <a:xfrm>
            <a:off x="1583075" y="33007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grpSp>
        <p:nvGrpSpPr>
          <p:cNvPr id="132" name="Google Shape;132;p6"/>
          <p:cNvGrpSpPr/>
          <p:nvPr/>
        </p:nvGrpSpPr>
        <p:grpSpPr>
          <a:xfrm>
            <a:off x="0" y="0"/>
            <a:ext cx="9144002" cy="5143499"/>
            <a:chOff x="0" y="0"/>
            <a:chExt cx="9144002" cy="5143499"/>
          </a:xfrm>
        </p:grpSpPr>
        <p:pic>
          <p:nvPicPr>
            <p:cNvPr id="133" name="Google Shape;133;p6"/>
            <p:cNvPicPr preferRelativeResize="0"/>
            <p:nvPr/>
          </p:nvPicPr>
          <p:blipFill>
            <a:blip r:embed="rId2">
              <a:alphaModFix amt="64000"/>
            </a:blip>
            <a:stretch>
              <a:fillRect/>
            </a:stretch>
          </p:blipFill>
          <p:spPr>
            <a:xfrm>
              <a:off x="7899750" y="0"/>
              <a:ext cx="1244252" cy="1127599"/>
            </a:xfrm>
            <a:prstGeom prst="rect">
              <a:avLst/>
            </a:prstGeom>
            <a:noFill/>
            <a:ln>
              <a:noFill/>
            </a:ln>
          </p:spPr>
        </p:pic>
        <p:pic>
          <p:nvPicPr>
            <p:cNvPr id="134" name="Google Shape;134;p6"/>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grpSp>
      <p:grpSp>
        <p:nvGrpSpPr>
          <p:cNvPr id="135" name="Google Shape;135;p6"/>
          <p:cNvGrpSpPr/>
          <p:nvPr/>
        </p:nvGrpSpPr>
        <p:grpSpPr>
          <a:xfrm>
            <a:off x="307577" y="261300"/>
            <a:ext cx="8549992" cy="4595775"/>
            <a:chOff x="579525" y="261300"/>
            <a:chExt cx="7980950" cy="4595775"/>
          </a:xfrm>
        </p:grpSpPr>
        <p:sp>
          <p:nvSpPr>
            <p:cNvPr id="136" name="Google Shape;136;p6"/>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137" name="Google Shape;137;p6"/>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138" name="Google Shape;138;p6"/>
          <p:cNvGrpSpPr/>
          <p:nvPr/>
        </p:nvGrpSpPr>
        <p:grpSpPr>
          <a:xfrm>
            <a:off x="1727190" y="180167"/>
            <a:ext cx="6289465" cy="4761342"/>
            <a:chOff x="1727190" y="180168"/>
            <a:chExt cx="6289465" cy="4761342"/>
          </a:xfrm>
        </p:grpSpPr>
        <p:grpSp>
          <p:nvGrpSpPr>
            <p:cNvPr id="139" name="Google Shape;139;p6"/>
            <p:cNvGrpSpPr/>
            <p:nvPr/>
          </p:nvGrpSpPr>
          <p:grpSpPr>
            <a:xfrm>
              <a:off x="1727190" y="4780230"/>
              <a:ext cx="971965" cy="161280"/>
              <a:chOff x="6413465" y="539505"/>
              <a:chExt cx="971965" cy="161280"/>
            </a:xfrm>
          </p:grpSpPr>
          <p:sp>
            <p:nvSpPr>
              <p:cNvPr id="140" name="Google Shape;140;p6"/>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6"/>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6"/>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6"/>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4" name="Google Shape;144;p6"/>
            <p:cNvGrpSpPr/>
            <p:nvPr/>
          </p:nvGrpSpPr>
          <p:grpSpPr>
            <a:xfrm>
              <a:off x="7044690" y="180168"/>
              <a:ext cx="971965" cy="161280"/>
              <a:chOff x="6413465" y="539505"/>
              <a:chExt cx="971965" cy="161280"/>
            </a:xfrm>
          </p:grpSpPr>
          <p:sp>
            <p:nvSpPr>
              <p:cNvPr id="145" name="Google Shape;145;p6"/>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6"/>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6"/>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6"/>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49" name="Google Shape;149;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grpSp>
        <p:nvGrpSpPr>
          <p:cNvPr id="151" name="Google Shape;151;p7"/>
          <p:cNvGrpSpPr/>
          <p:nvPr/>
        </p:nvGrpSpPr>
        <p:grpSpPr>
          <a:xfrm>
            <a:off x="0" y="-1475"/>
            <a:ext cx="9144000" cy="4246924"/>
            <a:chOff x="0" y="-1475"/>
            <a:chExt cx="9144000" cy="4246924"/>
          </a:xfrm>
        </p:grpSpPr>
        <p:pic>
          <p:nvPicPr>
            <p:cNvPr id="152" name="Google Shape;152;p7"/>
            <p:cNvPicPr preferRelativeResize="0"/>
            <p:nvPr/>
          </p:nvPicPr>
          <p:blipFill>
            <a:blip r:embed="rId2">
              <a:alphaModFix amt="64000"/>
            </a:blip>
            <a:stretch>
              <a:fillRect/>
            </a:stretch>
          </p:blipFill>
          <p:spPr>
            <a:xfrm>
              <a:off x="0" y="3117850"/>
              <a:ext cx="1244252" cy="1127599"/>
            </a:xfrm>
            <a:prstGeom prst="rect">
              <a:avLst/>
            </a:prstGeom>
            <a:noFill/>
            <a:ln>
              <a:noFill/>
            </a:ln>
          </p:spPr>
        </p:pic>
        <p:pic>
          <p:nvPicPr>
            <p:cNvPr id="153" name="Google Shape;153;p7"/>
            <p:cNvPicPr preferRelativeResize="0"/>
            <p:nvPr/>
          </p:nvPicPr>
          <p:blipFill rotWithShape="1">
            <a:blip r:embed="rId2">
              <a:alphaModFix amt="37000"/>
            </a:blip>
            <a:srcRect b="35662" l="0" r="38279" t="0"/>
            <a:stretch/>
          </p:blipFill>
          <p:spPr>
            <a:xfrm flipH="1" rot="10800000">
              <a:off x="6429125" y="-1475"/>
              <a:ext cx="2714875" cy="2564774"/>
            </a:xfrm>
            <a:prstGeom prst="rect">
              <a:avLst/>
            </a:prstGeom>
            <a:noFill/>
            <a:ln>
              <a:noFill/>
            </a:ln>
          </p:spPr>
        </p:pic>
      </p:grpSp>
      <p:grpSp>
        <p:nvGrpSpPr>
          <p:cNvPr id="154" name="Google Shape;154;p7"/>
          <p:cNvGrpSpPr/>
          <p:nvPr/>
        </p:nvGrpSpPr>
        <p:grpSpPr>
          <a:xfrm>
            <a:off x="307577" y="261300"/>
            <a:ext cx="8549992" cy="4595775"/>
            <a:chOff x="579525" y="261300"/>
            <a:chExt cx="7980950" cy="4595775"/>
          </a:xfrm>
        </p:grpSpPr>
        <p:sp>
          <p:nvSpPr>
            <p:cNvPr id="155" name="Google Shape;155;p7"/>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156" name="Google Shape;156;p7"/>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157" name="Google Shape;157;p7"/>
          <p:cNvGrpSpPr/>
          <p:nvPr/>
        </p:nvGrpSpPr>
        <p:grpSpPr>
          <a:xfrm>
            <a:off x="227666" y="1662599"/>
            <a:ext cx="7788989" cy="3276669"/>
            <a:chOff x="227666" y="1662599"/>
            <a:chExt cx="7788989" cy="3276669"/>
          </a:xfrm>
        </p:grpSpPr>
        <p:grpSp>
          <p:nvGrpSpPr>
            <p:cNvPr id="158" name="Google Shape;158;p7"/>
            <p:cNvGrpSpPr/>
            <p:nvPr/>
          </p:nvGrpSpPr>
          <p:grpSpPr>
            <a:xfrm flipH="1" rot="-5400000">
              <a:off x="-177676" y="2067942"/>
              <a:ext cx="971965" cy="161280"/>
              <a:chOff x="6413465" y="539505"/>
              <a:chExt cx="971965" cy="161280"/>
            </a:xfrm>
          </p:grpSpPr>
          <p:sp>
            <p:nvSpPr>
              <p:cNvPr id="159" name="Google Shape;159;p7"/>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7"/>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7"/>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3" name="Google Shape;163;p7"/>
            <p:cNvGrpSpPr/>
            <p:nvPr/>
          </p:nvGrpSpPr>
          <p:grpSpPr>
            <a:xfrm flipH="1" rot="10800000">
              <a:off x="7044690" y="4777988"/>
              <a:ext cx="971965" cy="161280"/>
              <a:chOff x="6413465" y="539505"/>
              <a:chExt cx="971965" cy="161280"/>
            </a:xfrm>
          </p:grpSpPr>
          <p:sp>
            <p:nvSpPr>
              <p:cNvPr id="164" name="Google Shape;164;p7"/>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7"/>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7"/>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8" name="Google Shape;168;p7"/>
          <p:cNvGrpSpPr/>
          <p:nvPr/>
        </p:nvGrpSpPr>
        <p:grpSpPr>
          <a:xfrm flipH="1" rot="10800000">
            <a:off x="272087" y="3395736"/>
            <a:ext cx="204551" cy="1747810"/>
            <a:chOff x="1089587" y="-1610"/>
            <a:chExt cx="204551" cy="1747810"/>
          </a:xfrm>
        </p:grpSpPr>
        <p:sp>
          <p:nvSpPr>
            <p:cNvPr id="169" name="Google Shape;169;p7"/>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3" name="Google Shape;173;p7"/>
          <p:cNvGrpSpPr/>
          <p:nvPr/>
        </p:nvGrpSpPr>
        <p:grpSpPr>
          <a:xfrm flipH="1">
            <a:off x="8690726" y="-1477"/>
            <a:ext cx="204551" cy="1747810"/>
            <a:chOff x="1089587" y="-1610"/>
            <a:chExt cx="204551" cy="1747810"/>
          </a:xfrm>
        </p:grpSpPr>
        <p:sp>
          <p:nvSpPr>
            <p:cNvPr id="174" name="Google Shape;174;p7"/>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8" name="Google Shape;178;p7"/>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179" name="Google Shape;179;p7"/>
          <p:cNvSpPr txBox="1"/>
          <p:nvPr>
            <p:ph idx="1" type="subTitle"/>
          </p:nvPr>
        </p:nvSpPr>
        <p:spPr>
          <a:xfrm>
            <a:off x="720000" y="1576450"/>
            <a:ext cx="4294800" cy="220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180" name="Google Shape;180;p7"/>
          <p:cNvSpPr/>
          <p:nvPr>
            <p:ph idx="2" type="pic"/>
          </p:nvPr>
        </p:nvSpPr>
        <p:spPr>
          <a:xfrm>
            <a:off x="5336950" y="1576450"/>
            <a:ext cx="3093900" cy="3027600"/>
          </a:xfrm>
          <a:prstGeom prst="snip1Rect">
            <a:avLst>
              <a:gd fmla="val 16667" name="adj"/>
            </a:avLst>
          </a:prstGeom>
          <a:noFill/>
          <a:ln cap="flat" cmpd="sng" w="9525">
            <a:solidFill>
              <a:schemeClr val="dk2"/>
            </a:solidFill>
            <a:prstDash val="solid"/>
            <a:round/>
            <a:headEnd len="sm" w="sm" type="none"/>
            <a:tailEnd len="sm" w="sm"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1" name="Shape 181"/>
        <p:cNvGrpSpPr/>
        <p:nvPr/>
      </p:nvGrpSpPr>
      <p:grpSpPr>
        <a:xfrm>
          <a:off x="0" y="0"/>
          <a:ext cx="0" cy="0"/>
          <a:chOff x="0" y="0"/>
          <a:chExt cx="0" cy="0"/>
        </a:xfrm>
      </p:grpSpPr>
      <p:grpSp>
        <p:nvGrpSpPr>
          <p:cNvPr id="182" name="Google Shape;182;p8"/>
          <p:cNvGrpSpPr/>
          <p:nvPr/>
        </p:nvGrpSpPr>
        <p:grpSpPr>
          <a:xfrm>
            <a:off x="0" y="0"/>
            <a:ext cx="9144002" cy="5143499"/>
            <a:chOff x="0" y="0"/>
            <a:chExt cx="9144002" cy="5143499"/>
          </a:xfrm>
        </p:grpSpPr>
        <p:pic>
          <p:nvPicPr>
            <p:cNvPr id="183" name="Google Shape;183;p8"/>
            <p:cNvPicPr preferRelativeResize="0"/>
            <p:nvPr/>
          </p:nvPicPr>
          <p:blipFill>
            <a:blip r:embed="rId2">
              <a:alphaModFix amt="64000"/>
            </a:blip>
            <a:stretch>
              <a:fillRect/>
            </a:stretch>
          </p:blipFill>
          <p:spPr>
            <a:xfrm>
              <a:off x="7899750" y="0"/>
              <a:ext cx="1244252" cy="1127599"/>
            </a:xfrm>
            <a:prstGeom prst="rect">
              <a:avLst/>
            </a:prstGeom>
            <a:noFill/>
            <a:ln>
              <a:noFill/>
            </a:ln>
          </p:spPr>
        </p:pic>
        <p:pic>
          <p:nvPicPr>
            <p:cNvPr id="184" name="Google Shape;184;p8"/>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grpSp>
      <p:grpSp>
        <p:nvGrpSpPr>
          <p:cNvPr id="185" name="Google Shape;185;p8"/>
          <p:cNvGrpSpPr/>
          <p:nvPr/>
        </p:nvGrpSpPr>
        <p:grpSpPr>
          <a:xfrm>
            <a:off x="579525" y="261300"/>
            <a:ext cx="7980950" cy="4595775"/>
            <a:chOff x="579525" y="261300"/>
            <a:chExt cx="7980950" cy="4595775"/>
          </a:xfrm>
        </p:grpSpPr>
        <p:sp>
          <p:nvSpPr>
            <p:cNvPr id="186" name="Google Shape;186;p8"/>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187" name="Google Shape;187;p8"/>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188" name="Google Shape;188;p8"/>
          <p:cNvGrpSpPr/>
          <p:nvPr/>
        </p:nvGrpSpPr>
        <p:grpSpPr>
          <a:xfrm>
            <a:off x="7319840" y="4523368"/>
            <a:ext cx="971965" cy="161280"/>
            <a:chOff x="6413465" y="539505"/>
            <a:chExt cx="971965" cy="161280"/>
          </a:xfrm>
        </p:grpSpPr>
        <p:sp>
          <p:nvSpPr>
            <p:cNvPr id="189" name="Google Shape;189;p8"/>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8"/>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8"/>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8"/>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3" name="Google Shape;193;p8"/>
          <p:cNvGrpSpPr/>
          <p:nvPr/>
        </p:nvGrpSpPr>
        <p:grpSpPr>
          <a:xfrm flipH="1">
            <a:off x="1172390" y="458868"/>
            <a:ext cx="971965" cy="161280"/>
            <a:chOff x="6413465" y="539505"/>
            <a:chExt cx="971965" cy="161280"/>
          </a:xfrm>
        </p:grpSpPr>
        <p:sp>
          <p:nvSpPr>
            <p:cNvPr id="194" name="Google Shape;194;p8"/>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8"/>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8"/>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8"/>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8" name="Google Shape;198;p8"/>
          <p:cNvSpPr txBox="1"/>
          <p:nvPr>
            <p:ph type="title"/>
          </p:nvPr>
        </p:nvSpPr>
        <p:spPr>
          <a:xfrm>
            <a:off x="1969250" y="1732800"/>
            <a:ext cx="5205300" cy="1677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99" name="Google Shape;199;p8"/>
          <p:cNvGrpSpPr/>
          <p:nvPr/>
        </p:nvGrpSpPr>
        <p:grpSpPr>
          <a:xfrm>
            <a:off x="140078" y="6"/>
            <a:ext cx="261257" cy="5143447"/>
            <a:chOff x="221120" y="-9"/>
            <a:chExt cx="454360" cy="3595559"/>
          </a:xfrm>
        </p:grpSpPr>
        <p:sp>
          <p:nvSpPr>
            <p:cNvPr id="200" name="Google Shape;200;p8"/>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8"/>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8"/>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8"/>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8"/>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8"/>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8"/>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8"/>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8"/>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8"/>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8"/>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8"/>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8"/>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3" name="Shape 213"/>
        <p:cNvGrpSpPr/>
        <p:nvPr/>
      </p:nvGrpSpPr>
      <p:grpSpPr>
        <a:xfrm>
          <a:off x="0" y="0"/>
          <a:ext cx="0" cy="0"/>
          <a:chOff x="0" y="0"/>
          <a:chExt cx="0" cy="0"/>
        </a:xfrm>
      </p:grpSpPr>
      <p:grpSp>
        <p:nvGrpSpPr>
          <p:cNvPr id="214" name="Google Shape;214;p9"/>
          <p:cNvGrpSpPr/>
          <p:nvPr/>
        </p:nvGrpSpPr>
        <p:grpSpPr>
          <a:xfrm>
            <a:off x="0" y="0"/>
            <a:ext cx="9144002" cy="5143499"/>
            <a:chOff x="0" y="0"/>
            <a:chExt cx="9144002" cy="5143499"/>
          </a:xfrm>
        </p:grpSpPr>
        <p:pic>
          <p:nvPicPr>
            <p:cNvPr id="215" name="Google Shape;215;p9"/>
            <p:cNvPicPr preferRelativeResize="0"/>
            <p:nvPr/>
          </p:nvPicPr>
          <p:blipFill>
            <a:blip r:embed="rId2">
              <a:alphaModFix amt="64000"/>
            </a:blip>
            <a:stretch>
              <a:fillRect/>
            </a:stretch>
          </p:blipFill>
          <p:spPr>
            <a:xfrm>
              <a:off x="7899750" y="0"/>
              <a:ext cx="1244252" cy="1127599"/>
            </a:xfrm>
            <a:prstGeom prst="rect">
              <a:avLst/>
            </a:prstGeom>
            <a:noFill/>
            <a:ln>
              <a:noFill/>
            </a:ln>
          </p:spPr>
        </p:pic>
        <p:pic>
          <p:nvPicPr>
            <p:cNvPr id="216" name="Google Shape;216;p9"/>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grpSp>
      <p:grpSp>
        <p:nvGrpSpPr>
          <p:cNvPr id="217" name="Google Shape;217;p9"/>
          <p:cNvGrpSpPr/>
          <p:nvPr/>
        </p:nvGrpSpPr>
        <p:grpSpPr>
          <a:xfrm>
            <a:off x="579525" y="261300"/>
            <a:ext cx="7980950" cy="4595775"/>
            <a:chOff x="579525" y="261300"/>
            <a:chExt cx="7980950" cy="4595775"/>
          </a:xfrm>
        </p:grpSpPr>
        <p:sp>
          <p:nvSpPr>
            <p:cNvPr id="218" name="Google Shape;218;p9"/>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219" name="Google Shape;219;p9"/>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220" name="Google Shape;220;p9"/>
          <p:cNvGrpSpPr/>
          <p:nvPr/>
        </p:nvGrpSpPr>
        <p:grpSpPr>
          <a:xfrm>
            <a:off x="1727190" y="4442730"/>
            <a:ext cx="971965" cy="161280"/>
            <a:chOff x="6413465" y="539505"/>
            <a:chExt cx="971965" cy="161280"/>
          </a:xfrm>
        </p:grpSpPr>
        <p:sp>
          <p:nvSpPr>
            <p:cNvPr id="221" name="Google Shape;221;p9"/>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9"/>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9"/>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9"/>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5" name="Google Shape;225;p9"/>
          <p:cNvGrpSpPr/>
          <p:nvPr/>
        </p:nvGrpSpPr>
        <p:grpSpPr>
          <a:xfrm>
            <a:off x="7044690" y="458868"/>
            <a:ext cx="971965" cy="161280"/>
            <a:chOff x="6413465" y="539505"/>
            <a:chExt cx="971965" cy="161280"/>
          </a:xfrm>
        </p:grpSpPr>
        <p:sp>
          <p:nvSpPr>
            <p:cNvPr id="226" name="Google Shape;226;p9"/>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9"/>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9"/>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9"/>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0" name="Google Shape;230;p9"/>
          <p:cNvSpPr txBox="1"/>
          <p:nvPr>
            <p:ph type="title"/>
          </p:nvPr>
        </p:nvSpPr>
        <p:spPr>
          <a:xfrm>
            <a:off x="2135550" y="1517275"/>
            <a:ext cx="4872900" cy="1355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700"/>
              <a:buNone/>
              <a:defRPr sz="8000"/>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
        <p:nvSpPr>
          <p:cNvPr id="231" name="Google Shape;231;p9"/>
          <p:cNvSpPr txBox="1"/>
          <p:nvPr>
            <p:ph idx="1" type="subTitle"/>
          </p:nvPr>
        </p:nvSpPr>
        <p:spPr>
          <a:xfrm>
            <a:off x="2135550" y="2955125"/>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32" name="Google Shape;232;p9"/>
          <p:cNvGrpSpPr/>
          <p:nvPr/>
        </p:nvGrpSpPr>
        <p:grpSpPr>
          <a:xfrm>
            <a:off x="122603" y="6"/>
            <a:ext cx="261257" cy="5143447"/>
            <a:chOff x="221120" y="-9"/>
            <a:chExt cx="454360" cy="3595559"/>
          </a:xfrm>
        </p:grpSpPr>
        <p:sp>
          <p:nvSpPr>
            <p:cNvPr id="233" name="Google Shape;233;p9"/>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9"/>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9"/>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9"/>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9"/>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9"/>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9"/>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9"/>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9"/>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9"/>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9"/>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9"/>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9"/>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6" name="Shape 246"/>
        <p:cNvGrpSpPr/>
        <p:nvPr/>
      </p:nvGrpSpPr>
      <p:grpSpPr>
        <a:xfrm>
          <a:off x="0" y="0"/>
          <a:ext cx="0" cy="0"/>
          <a:chOff x="0" y="0"/>
          <a:chExt cx="0" cy="0"/>
        </a:xfrm>
      </p:grpSpPr>
      <p:sp>
        <p:nvSpPr>
          <p:cNvPr id="247" name="Google Shape;247;p10"/>
          <p:cNvSpPr/>
          <p:nvPr>
            <p:ph idx="2" type="pic"/>
          </p:nvPr>
        </p:nvSpPr>
        <p:spPr>
          <a:xfrm>
            <a:off x="-6650" y="-6650"/>
            <a:ext cx="9150600" cy="5143500"/>
          </a:xfrm>
          <a:prstGeom prst="rect">
            <a:avLst/>
          </a:prstGeom>
          <a:noFill/>
          <a:ln>
            <a:noFill/>
          </a:ln>
        </p:spPr>
      </p:sp>
      <p:sp>
        <p:nvSpPr>
          <p:cNvPr id="248" name="Google Shape;248;p10"/>
          <p:cNvSpPr txBox="1"/>
          <p:nvPr>
            <p:ph type="title"/>
          </p:nvPr>
        </p:nvSpPr>
        <p:spPr>
          <a:xfrm>
            <a:off x="720000" y="4133300"/>
            <a:ext cx="7704000" cy="4539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49" name="Shape 249"/>
        <p:cNvGrpSpPr/>
        <p:nvPr/>
      </p:nvGrpSpPr>
      <p:grpSpPr>
        <a:xfrm>
          <a:off x="0" y="0"/>
          <a:ext cx="0" cy="0"/>
          <a:chOff x="0" y="0"/>
          <a:chExt cx="0" cy="0"/>
        </a:xfrm>
      </p:grpSpPr>
      <p:sp>
        <p:nvSpPr>
          <p:cNvPr id="250" name="Google Shape;250;p11"/>
          <p:cNvSpPr txBox="1"/>
          <p:nvPr>
            <p:ph hasCustomPrompt="1" type="title"/>
          </p:nvPr>
        </p:nvSpPr>
        <p:spPr>
          <a:xfrm>
            <a:off x="1284000" y="1750091"/>
            <a:ext cx="6576000" cy="1049400"/>
          </a:xfrm>
          <a:prstGeom prst="rect">
            <a:avLst/>
          </a:prstGeom>
          <a:solidFill>
            <a:srgbClr val="21DFD8">
              <a:alpha val="21520"/>
            </a:srgbClr>
          </a:solidFill>
        </p:spPr>
        <p:txBody>
          <a:bodyPr anchorCtr="0" anchor="b" bIns="91425" lIns="91425" spcFirstLastPara="1" rIns="91425" wrap="square" tIns="91425">
            <a:noAutofit/>
          </a:bodyPr>
          <a:lstStyle>
            <a:lvl1pPr lvl="0" algn="ctr">
              <a:spcBef>
                <a:spcPts val="0"/>
              </a:spcBef>
              <a:spcAft>
                <a:spcPts val="0"/>
              </a:spcAft>
              <a:buSzPts val="9600"/>
              <a:buNone/>
              <a:defRPr sz="6000">
                <a:latin typeface="Albert Sans Light"/>
                <a:ea typeface="Albert Sans Light"/>
                <a:cs typeface="Albert Sans Light"/>
                <a:sym typeface="Albert Sans Ligh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1" name="Google Shape;251;p11"/>
          <p:cNvSpPr txBox="1"/>
          <p:nvPr>
            <p:ph idx="1" type="subTitle"/>
          </p:nvPr>
        </p:nvSpPr>
        <p:spPr>
          <a:xfrm>
            <a:off x="1284000" y="2896309"/>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252" name="Google Shape;252;p11"/>
          <p:cNvGrpSpPr/>
          <p:nvPr/>
        </p:nvGrpSpPr>
        <p:grpSpPr>
          <a:xfrm>
            <a:off x="0" y="0"/>
            <a:ext cx="2564774" cy="5057049"/>
            <a:chOff x="0" y="0"/>
            <a:chExt cx="2564774" cy="5057049"/>
          </a:xfrm>
        </p:grpSpPr>
        <p:pic>
          <p:nvPicPr>
            <p:cNvPr id="253" name="Google Shape;253;p11"/>
            <p:cNvPicPr preferRelativeResize="0"/>
            <p:nvPr/>
          </p:nvPicPr>
          <p:blipFill>
            <a:blip r:embed="rId2">
              <a:alphaModFix amt="64000"/>
            </a:blip>
            <a:stretch>
              <a:fillRect/>
            </a:stretch>
          </p:blipFill>
          <p:spPr>
            <a:xfrm>
              <a:off x="131200" y="3929450"/>
              <a:ext cx="1244252" cy="1127599"/>
            </a:xfrm>
            <a:prstGeom prst="rect">
              <a:avLst/>
            </a:prstGeom>
            <a:noFill/>
            <a:ln>
              <a:noFill/>
            </a:ln>
          </p:spPr>
        </p:pic>
        <p:pic>
          <p:nvPicPr>
            <p:cNvPr id="254" name="Google Shape;254;p11"/>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grpSp>
        <p:nvGrpSpPr>
          <p:cNvPr id="255" name="Google Shape;255;p11"/>
          <p:cNvGrpSpPr/>
          <p:nvPr/>
        </p:nvGrpSpPr>
        <p:grpSpPr>
          <a:xfrm>
            <a:off x="579525" y="261300"/>
            <a:ext cx="7980950" cy="4595775"/>
            <a:chOff x="579525" y="261300"/>
            <a:chExt cx="7980950" cy="4595775"/>
          </a:xfrm>
        </p:grpSpPr>
        <p:sp>
          <p:nvSpPr>
            <p:cNvPr id="256" name="Google Shape;256;p11"/>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257" name="Google Shape;257;p11"/>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258" name="Google Shape;258;p11"/>
          <p:cNvGrpSpPr/>
          <p:nvPr/>
        </p:nvGrpSpPr>
        <p:grpSpPr>
          <a:xfrm>
            <a:off x="7319840" y="4523368"/>
            <a:ext cx="971965" cy="161280"/>
            <a:chOff x="6413465" y="539505"/>
            <a:chExt cx="971965" cy="161280"/>
          </a:xfrm>
        </p:grpSpPr>
        <p:sp>
          <p:nvSpPr>
            <p:cNvPr id="259" name="Google Shape;259;p11"/>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11"/>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11"/>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11"/>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3" name="Google Shape;263;p11"/>
          <p:cNvGrpSpPr/>
          <p:nvPr/>
        </p:nvGrpSpPr>
        <p:grpSpPr>
          <a:xfrm flipH="1">
            <a:off x="1172390" y="458868"/>
            <a:ext cx="971965" cy="161280"/>
            <a:chOff x="6413465" y="539505"/>
            <a:chExt cx="971965" cy="161280"/>
          </a:xfrm>
        </p:grpSpPr>
        <p:sp>
          <p:nvSpPr>
            <p:cNvPr id="264" name="Google Shape;264;p11"/>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11"/>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11"/>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11"/>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8" name="Google Shape;268;p11"/>
          <p:cNvGrpSpPr/>
          <p:nvPr/>
        </p:nvGrpSpPr>
        <p:grpSpPr>
          <a:xfrm>
            <a:off x="8730053" y="6"/>
            <a:ext cx="261257" cy="5143447"/>
            <a:chOff x="221120" y="-9"/>
            <a:chExt cx="454360" cy="3595559"/>
          </a:xfrm>
        </p:grpSpPr>
        <p:sp>
          <p:nvSpPr>
            <p:cNvPr id="269" name="Google Shape;269;p11"/>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11"/>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11"/>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11"/>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11"/>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11"/>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11"/>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11"/>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11"/>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11"/>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11"/>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11"/>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11"/>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82" name="Shape 28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83" name="Shape 283"/>
        <p:cNvGrpSpPr/>
        <p:nvPr/>
      </p:nvGrpSpPr>
      <p:grpSpPr>
        <a:xfrm>
          <a:off x="0" y="0"/>
          <a:ext cx="0" cy="0"/>
          <a:chOff x="0" y="0"/>
          <a:chExt cx="0" cy="0"/>
        </a:xfrm>
      </p:grpSpPr>
      <p:grpSp>
        <p:nvGrpSpPr>
          <p:cNvPr id="284" name="Google Shape;284;p13"/>
          <p:cNvGrpSpPr/>
          <p:nvPr/>
        </p:nvGrpSpPr>
        <p:grpSpPr>
          <a:xfrm>
            <a:off x="0" y="0"/>
            <a:ext cx="2714875" cy="5167799"/>
            <a:chOff x="0" y="0"/>
            <a:chExt cx="2714875" cy="5167799"/>
          </a:xfrm>
        </p:grpSpPr>
        <p:pic>
          <p:nvPicPr>
            <p:cNvPr id="285" name="Google Shape;285;p13"/>
            <p:cNvPicPr preferRelativeResize="0"/>
            <p:nvPr/>
          </p:nvPicPr>
          <p:blipFill>
            <a:blip r:embed="rId2">
              <a:alphaModFix amt="64000"/>
            </a:blip>
            <a:stretch>
              <a:fillRect/>
            </a:stretch>
          </p:blipFill>
          <p:spPr>
            <a:xfrm>
              <a:off x="0" y="4040200"/>
              <a:ext cx="1244252" cy="1127599"/>
            </a:xfrm>
            <a:prstGeom prst="rect">
              <a:avLst/>
            </a:prstGeom>
            <a:noFill/>
            <a:ln>
              <a:noFill/>
            </a:ln>
          </p:spPr>
        </p:pic>
        <p:pic>
          <p:nvPicPr>
            <p:cNvPr id="286" name="Google Shape;286;p13"/>
            <p:cNvPicPr preferRelativeResize="0"/>
            <p:nvPr/>
          </p:nvPicPr>
          <p:blipFill rotWithShape="1">
            <a:blip r:embed="rId2">
              <a:alphaModFix amt="37000"/>
            </a:blip>
            <a:srcRect b="35662" l="0" r="38279" t="0"/>
            <a:stretch/>
          </p:blipFill>
          <p:spPr>
            <a:xfrm rot="10800000">
              <a:off x="0" y="0"/>
              <a:ext cx="2714875" cy="2564774"/>
            </a:xfrm>
            <a:prstGeom prst="rect">
              <a:avLst/>
            </a:prstGeom>
            <a:noFill/>
            <a:ln>
              <a:noFill/>
            </a:ln>
          </p:spPr>
        </p:pic>
      </p:grpSp>
      <p:grpSp>
        <p:nvGrpSpPr>
          <p:cNvPr id="287" name="Google Shape;287;p13"/>
          <p:cNvGrpSpPr/>
          <p:nvPr/>
        </p:nvGrpSpPr>
        <p:grpSpPr>
          <a:xfrm>
            <a:off x="307577" y="261300"/>
            <a:ext cx="8549992" cy="4595775"/>
            <a:chOff x="579525" y="261300"/>
            <a:chExt cx="7980950" cy="4595775"/>
          </a:xfrm>
        </p:grpSpPr>
        <p:sp>
          <p:nvSpPr>
            <p:cNvPr id="288" name="Google Shape;288;p13"/>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289" name="Google Shape;289;p13"/>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290" name="Google Shape;290;p13"/>
          <p:cNvGrpSpPr/>
          <p:nvPr/>
        </p:nvGrpSpPr>
        <p:grpSpPr>
          <a:xfrm>
            <a:off x="1727190" y="1287200"/>
            <a:ext cx="7211623" cy="3654310"/>
            <a:chOff x="1727190" y="1287200"/>
            <a:chExt cx="7211623" cy="3654310"/>
          </a:xfrm>
        </p:grpSpPr>
        <p:grpSp>
          <p:nvGrpSpPr>
            <p:cNvPr id="291" name="Google Shape;291;p13"/>
            <p:cNvGrpSpPr/>
            <p:nvPr/>
          </p:nvGrpSpPr>
          <p:grpSpPr>
            <a:xfrm>
              <a:off x="1727190" y="4780230"/>
              <a:ext cx="971965" cy="161280"/>
              <a:chOff x="6413465" y="539505"/>
              <a:chExt cx="971965" cy="161280"/>
            </a:xfrm>
          </p:grpSpPr>
          <p:sp>
            <p:nvSpPr>
              <p:cNvPr id="292" name="Google Shape;292;p1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1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1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1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6" name="Google Shape;296;p13"/>
            <p:cNvGrpSpPr/>
            <p:nvPr/>
          </p:nvGrpSpPr>
          <p:grpSpPr>
            <a:xfrm rot="5400000">
              <a:off x="8372190" y="1692543"/>
              <a:ext cx="971965" cy="161280"/>
              <a:chOff x="6413465" y="539505"/>
              <a:chExt cx="971965" cy="161280"/>
            </a:xfrm>
          </p:grpSpPr>
          <p:sp>
            <p:nvSpPr>
              <p:cNvPr id="297" name="Google Shape;297;p1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1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1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1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01" name="Google Shape;301;p13"/>
          <p:cNvGrpSpPr/>
          <p:nvPr/>
        </p:nvGrpSpPr>
        <p:grpSpPr>
          <a:xfrm rot="10800000">
            <a:off x="8693266" y="3293176"/>
            <a:ext cx="328412" cy="1857425"/>
            <a:chOff x="965726" y="-1686"/>
            <a:chExt cx="328412" cy="1857425"/>
          </a:xfrm>
        </p:grpSpPr>
        <p:sp>
          <p:nvSpPr>
            <p:cNvPr id="302" name="Google Shape;302;p13"/>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13"/>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13"/>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13"/>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13"/>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7" name="Google Shape;307;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308" name="Google Shape;308;p13"/>
          <p:cNvSpPr txBox="1"/>
          <p:nvPr>
            <p:ph idx="1" type="subTitle"/>
          </p:nvPr>
        </p:nvSpPr>
        <p:spPr>
          <a:xfrm>
            <a:off x="716617" y="2148200"/>
            <a:ext cx="2416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09" name="Google Shape;309;p13"/>
          <p:cNvSpPr txBox="1"/>
          <p:nvPr>
            <p:ph idx="2" type="subTitle"/>
          </p:nvPr>
        </p:nvSpPr>
        <p:spPr>
          <a:xfrm>
            <a:off x="3363909" y="2148200"/>
            <a:ext cx="2416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0" name="Google Shape;310;p13"/>
          <p:cNvSpPr txBox="1"/>
          <p:nvPr>
            <p:ph idx="3" type="subTitle"/>
          </p:nvPr>
        </p:nvSpPr>
        <p:spPr>
          <a:xfrm>
            <a:off x="716617" y="3909000"/>
            <a:ext cx="2416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1" name="Google Shape;311;p13"/>
          <p:cNvSpPr txBox="1"/>
          <p:nvPr>
            <p:ph idx="4" type="subTitle"/>
          </p:nvPr>
        </p:nvSpPr>
        <p:spPr>
          <a:xfrm>
            <a:off x="3360521" y="3909000"/>
            <a:ext cx="2416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2" name="Google Shape;312;p13"/>
          <p:cNvSpPr txBox="1"/>
          <p:nvPr>
            <p:ph idx="5" type="subTitle"/>
          </p:nvPr>
        </p:nvSpPr>
        <p:spPr>
          <a:xfrm>
            <a:off x="6011183" y="2148200"/>
            <a:ext cx="2416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3" name="Google Shape;313;p13"/>
          <p:cNvSpPr txBox="1"/>
          <p:nvPr>
            <p:ph idx="6" type="subTitle"/>
          </p:nvPr>
        </p:nvSpPr>
        <p:spPr>
          <a:xfrm>
            <a:off x="6011183" y="3909000"/>
            <a:ext cx="2416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4" name="Google Shape;314;p13"/>
          <p:cNvSpPr txBox="1"/>
          <p:nvPr>
            <p:ph hasCustomPrompt="1" idx="7" type="title"/>
          </p:nvPr>
        </p:nvSpPr>
        <p:spPr>
          <a:xfrm>
            <a:off x="716617" y="1287208"/>
            <a:ext cx="734700" cy="447600"/>
          </a:xfrm>
          <a:prstGeom prst="rect">
            <a:avLst/>
          </a:prstGeom>
          <a:solidFill>
            <a:srgbClr val="21DFD8">
              <a:alpha val="21520"/>
            </a:srgbClr>
          </a:solidFill>
        </p:spPr>
        <p:txBody>
          <a:bodyPr anchorCtr="0" anchor="ctr" bIns="91425" lIns="91425" spcFirstLastPara="1" rIns="91425" wrap="square" tIns="91425">
            <a:noAutofit/>
          </a:bodyPr>
          <a:lstStyle>
            <a:lvl1pPr lvl="0" rtl="0">
              <a:spcBef>
                <a:spcPts val="0"/>
              </a:spcBef>
              <a:spcAft>
                <a:spcPts val="0"/>
              </a:spcAft>
              <a:buSzPts val="3000"/>
              <a:buNone/>
              <a:defRPr sz="3000">
                <a:latin typeface="Albert Sans Light"/>
                <a:ea typeface="Albert Sans Light"/>
                <a:cs typeface="Albert Sans Light"/>
                <a:sym typeface="Albert Sans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5" name="Google Shape;315;p13"/>
          <p:cNvSpPr txBox="1"/>
          <p:nvPr>
            <p:ph hasCustomPrompt="1" idx="8" type="title"/>
          </p:nvPr>
        </p:nvSpPr>
        <p:spPr>
          <a:xfrm>
            <a:off x="716617" y="3047941"/>
            <a:ext cx="734700" cy="447600"/>
          </a:xfrm>
          <a:prstGeom prst="rect">
            <a:avLst/>
          </a:prstGeom>
          <a:solidFill>
            <a:srgbClr val="21DFD8">
              <a:alpha val="21520"/>
            </a:srgbClr>
          </a:solidFill>
        </p:spPr>
        <p:txBody>
          <a:bodyPr anchorCtr="0" anchor="ctr" bIns="91425" lIns="91425" spcFirstLastPara="1" rIns="91425" wrap="square" tIns="91425">
            <a:noAutofit/>
          </a:bodyPr>
          <a:lstStyle>
            <a:lvl1pPr lvl="0" rtl="0">
              <a:spcBef>
                <a:spcPts val="0"/>
              </a:spcBef>
              <a:spcAft>
                <a:spcPts val="0"/>
              </a:spcAft>
              <a:buSzPts val="3000"/>
              <a:buNone/>
              <a:defRPr sz="3000">
                <a:latin typeface="Albert Sans Light"/>
                <a:ea typeface="Albert Sans Light"/>
                <a:cs typeface="Albert Sans Light"/>
                <a:sym typeface="Albert Sans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6" name="Google Shape;316;p13"/>
          <p:cNvSpPr txBox="1"/>
          <p:nvPr>
            <p:ph hasCustomPrompt="1" idx="9" type="title"/>
          </p:nvPr>
        </p:nvSpPr>
        <p:spPr>
          <a:xfrm>
            <a:off x="3360513" y="1287208"/>
            <a:ext cx="734700" cy="447600"/>
          </a:xfrm>
          <a:prstGeom prst="rect">
            <a:avLst/>
          </a:prstGeom>
          <a:solidFill>
            <a:srgbClr val="21DFD8">
              <a:alpha val="21520"/>
            </a:srgbClr>
          </a:solidFill>
        </p:spPr>
        <p:txBody>
          <a:bodyPr anchorCtr="0" anchor="ctr" bIns="91425" lIns="91425" spcFirstLastPara="1" rIns="91425" wrap="square" tIns="91425">
            <a:noAutofit/>
          </a:bodyPr>
          <a:lstStyle>
            <a:lvl1pPr lvl="0" rtl="0">
              <a:spcBef>
                <a:spcPts val="0"/>
              </a:spcBef>
              <a:spcAft>
                <a:spcPts val="0"/>
              </a:spcAft>
              <a:buSzPts val="3000"/>
              <a:buNone/>
              <a:defRPr sz="3000">
                <a:latin typeface="Albert Sans Light"/>
                <a:ea typeface="Albert Sans Light"/>
                <a:cs typeface="Albert Sans Light"/>
                <a:sym typeface="Albert Sans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7" name="Google Shape;317;p13"/>
          <p:cNvSpPr txBox="1"/>
          <p:nvPr>
            <p:ph hasCustomPrompt="1" idx="13" type="title"/>
          </p:nvPr>
        </p:nvSpPr>
        <p:spPr>
          <a:xfrm>
            <a:off x="3360513" y="3047941"/>
            <a:ext cx="734700" cy="447600"/>
          </a:xfrm>
          <a:prstGeom prst="rect">
            <a:avLst/>
          </a:prstGeom>
          <a:solidFill>
            <a:srgbClr val="21DFD8">
              <a:alpha val="21520"/>
            </a:srgbClr>
          </a:solidFill>
        </p:spPr>
        <p:txBody>
          <a:bodyPr anchorCtr="0" anchor="ctr" bIns="91425" lIns="91425" spcFirstLastPara="1" rIns="91425" wrap="square" tIns="91425">
            <a:noAutofit/>
          </a:bodyPr>
          <a:lstStyle>
            <a:lvl1pPr lvl="0" rtl="0">
              <a:spcBef>
                <a:spcPts val="0"/>
              </a:spcBef>
              <a:spcAft>
                <a:spcPts val="0"/>
              </a:spcAft>
              <a:buSzPts val="3000"/>
              <a:buNone/>
              <a:defRPr sz="3000">
                <a:latin typeface="Albert Sans Light"/>
                <a:ea typeface="Albert Sans Light"/>
                <a:cs typeface="Albert Sans Light"/>
                <a:sym typeface="Albert Sans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8" name="Google Shape;318;p13"/>
          <p:cNvSpPr txBox="1"/>
          <p:nvPr>
            <p:ph hasCustomPrompt="1" idx="14" type="title"/>
          </p:nvPr>
        </p:nvSpPr>
        <p:spPr>
          <a:xfrm>
            <a:off x="6011191" y="1287208"/>
            <a:ext cx="734700" cy="447600"/>
          </a:xfrm>
          <a:prstGeom prst="rect">
            <a:avLst/>
          </a:prstGeom>
          <a:solidFill>
            <a:srgbClr val="21DFD8">
              <a:alpha val="21520"/>
            </a:srgbClr>
          </a:solidFill>
        </p:spPr>
        <p:txBody>
          <a:bodyPr anchorCtr="0" anchor="ctr" bIns="91425" lIns="91425" spcFirstLastPara="1" rIns="91425" wrap="square" tIns="91425">
            <a:noAutofit/>
          </a:bodyPr>
          <a:lstStyle>
            <a:lvl1pPr lvl="0" rtl="0">
              <a:spcBef>
                <a:spcPts val="0"/>
              </a:spcBef>
              <a:spcAft>
                <a:spcPts val="0"/>
              </a:spcAft>
              <a:buSzPts val="3000"/>
              <a:buNone/>
              <a:defRPr sz="3000">
                <a:latin typeface="Albert Sans Light"/>
                <a:ea typeface="Albert Sans Light"/>
                <a:cs typeface="Albert Sans Light"/>
                <a:sym typeface="Albert Sans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19" name="Google Shape;319;p13"/>
          <p:cNvSpPr txBox="1"/>
          <p:nvPr>
            <p:ph hasCustomPrompt="1" idx="15" type="title"/>
          </p:nvPr>
        </p:nvSpPr>
        <p:spPr>
          <a:xfrm>
            <a:off x="6011191" y="3047941"/>
            <a:ext cx="734700" cy="447600"/>
          </a:xfrm>
          <a:prstGeom prst="rect">
            <a:avLst/>
          </a:prstGeom>
          <a:solidFill>
            <a:srgbClr val="21DFD8">
              <a:alpha val="21520"/>
            </a:srgbClr>
          </a:solidFill>
        </p:spPr>
        <p:txBody>
          <a:bodyPr anchorCtr="0" anchor="ctr" bIns="91425" lIns="91425" spcFirstLastPara="1" rIns="91425" wrap="square" tIns="91425">
            <a:noAutofit/>
          </a:bodyPr>
          <a:lstStyle>
            <a:lvl1pPr lvl="0" rtl="0">
              <a:spcBef>
                <a:spcPts val="0"/>
              </a:spcBef>
              <a:spcAft>
                <a:spcPts val="0"/>
              </a:spcAft>
              <a:buSzPts val="3000"/>
              <a:buNone/>
              <a:defRPr sz="3000">
                <a:latin typeface="Albert Sans Light"/>
                <a:ea typeface="Albert Sans Light"/>
                <a:cs typeface="Albert Sans Light"/>
                <a:sym typeface="Albert Sans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20" name="Google Shape;320;p13"/>
          <p:cNvSpPr txBox="1"/>
          <p:nvPr>
            <p:ph idx="16" type="subTitle"/>
          </p:nvPr>
        </p:nvSpPr>
        <p:spPr>
          <a:xfrm>
            <a:off x="716617" y="1737650"/>
            <a:ext cx="2416200" cy="48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1800">
                <a:solidFill>
                  <a:schemeClr val="dk1"/>
                </a:solidFill>
                <a:latin typeface="Albert Sans Black"/>
                <a:ea typeface="Albert Sans Black"/>
                <a:cs typeface="Albert Sans Black"/>
                <a:sym typeface="Albert Sans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1" name="Google Shape;321;p13"/>
          <p:cNvSpPr txBox="1"/>
          <p:nvPr>
            <p:ph idx="17" type="subTitle"/>
          </p:nvPr>
        </p:nvSpPr>
        <p:spPr>
          <a:xfrm>
            <a:off x="3360521" y="1737650"/>
            <a:ext cx="2416200" cy="48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1800">
                <a:solidFill>
                  <a:schemeClr val="dk1"/>
                </a:solidFill>
                <a:latin typeface="Albert Sans Black"/>
                <a:ea typeface="Albert Sans Black"/>
                <a:cs typeface="Albert Sans Black"/>
                <a:sym typeface="Albert Sans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2" name="Google Shape;322;p13"/>
          <p:cNvSpPr txBox="1"/>
          <p:nvPr>
            <p:ph idx="18" type="subTitle"/>
          </p:nvPr>
        </p:nvSpPr>
        <p:spPr>
          <a:xfrm>
            <a:off x="6011183" y="1737650"/>
            <a:ext cx="2416200" cy="48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1800">
                <a:solidFill>
                  <a:schemeClr val="dk1"/>
                </a:solidFill>
                <a:latin typeface="Albert Sans Black"/>
                <a:ea typeface="Albert Sans Black"/>
                <a:cs typeface="Albert Sans Black"/>
                <a:sym typeface="Albert Sans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3" name="Google Shape;323;p13"/>
          <p:cNvSpPr txBox="1"/>
          <p:nvPr>
            <p:ph idx="19" type="subTitle"/>
          </p:nvPr>
        </p:nvSpPr>
        <p:spPr>
          <a:xfrm>
            <a:off x="716617" y="3498425"/>
            <a:ext cx="2416200" cy="48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1800">
                <a:solidFill>
                  <a:schemeClr val="dk1"/>
                </a:solidFill>
                <a:latin typeface="Albert Sans Black"/>
                <a:ea typeface="Albert Sans Black"/>
                <a:cs typeface="Albert Sans Black"/>
                <a:sym typeface="Albert Sans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4" name="Google Shape;324;p13"/>
          <p:cNvSpPr txBox="1"/>
          <p:nvPr>
            <p:ph idx="20" type="subTitle"/>
          </p:nvPr>
        </p:nvSpPr>
        <p:spPr>
          <a:xfrm>
            <a:off x="3360521" y="3498425"/>
            <a:ext cx="2416200" cy="48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1800">
                <a:solidFill>
                  <a:schemeClr val="dk1"/>
                </a:solidFill>
                <a:latin typeface="Albert Sans Black"/>
                <a:ea typeface="Albert Sans Black"/>
                <a:cs typeface="Albert Sans Black"/>
                <a:sym typeface="Albert Sans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5" name="Google Shape;325;p13"/>
          <p:cNvSpPr txBox="1"/>
          <p:nvPr>
            <p:ph idx="21" type="subTitle"/>
          </p:nvPr>
        </p:nvSpPr>
        <p:spPr>
          <a:xfrm>
            <a:off x="6011183" y="3498425"/>
            <a:ext cx="2416200" cy="48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1800">
                <a:solidFill>
                  <a:schemeClr val="dk1"/>
                </a:solidFill>
                <a:latin typeface="Albert Sans Black"/>
                <a:ea typeface="Albert Sans Black"/>
                <a:cs typeface="Albert Sans Black"/>
                <a:sym typeface="Albert Sans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ther 1">
  <p:cSld name="CUSTOM_10">
    <p:spTree>
      <p:nvGrpSpPr>
        <p:cNvPr id="326" name="Shape 326"/>
        <p:cNvGrpSpPr/>
        <p:nvPr/>
      </p:nvGrpSpPr>
      <p:grpSpPr>
        <a:xfrm>
          <a:off x="0" y="0"/>
          <a:ext cx="0" cy="0"/>
          <a:chOff x="0" y="0"/>
          <a:chExt cx="0" cy="0"/>
        </a:xfrm>
      </p:grpSpPr>
      <p:grpSp>
        <p:nvGrpSpPr>
          <p:cNvPr id="327" name="Google Shape;327;p14"/>
          <p:cNvGrpSpPr/>
          <p:nvPr/>
        </p:nvGrpSpPr>
        <p:grpSpPr>
          <a:xfrm>
            <a:off x="-2" y="-12125"/>
            <a:ext cx="9144002" cy="5167749"/>
            <a:chOff x="-2" y="-12125"/>
            <a:chExt cx="9144002" cy="5167749"/>
          </a:xfrm>
        </p:grpSpPr>
        <p:pic>
          <p:nvPicPr>
            <p:cNvPr id="328" name="Google Shape;328;p14"/>
            <p:cNvPicPr preferRelativeResize="0"/>
            <p:nvPr/>
          </p:nvPicPr>
          <p:blipFill>
            <a:blip r:embed="rId2">
              <a:alphaModFix/>
            </a:blip>
            <a:stretch>
              <a:fillRect/>
            </a:stretch>
          </p:blipFill>
          <p:spPr>
            <a:xfrm rot="10800000">
              <a:off x="-2" y="4028025"/>
              <a:ext cx="1244252" cy="1127599"/>
            </a:xfrm>
            <a:prstGeom prst="rect">
              <a:avLst/>
            </a:prstGeom>
            <a:noFill/>
            <a:ln>
              <a:noFill/>
            </a:ln>
          </p:spPr>
        </p:pic>
        <p:pic>
          <p:nvPicPr>
            <p:cNvPr id="329" name="Google Shape;329;p14"/>
            <p:cNvPicPr preferRelativeResize="0"/>
            <p:nvPr/>
          </p:nvPicPr>
          <p:blipFill rotWithShape="1">
            <a:blip r:embed="rId2">
              <a:alphaModFix amt="37000"/>
            </a:blip>
            <a:srcRect b="35662" l="0" r="38279" t="0"/>
            <a:stretch/>
          </p:blipFill>
          <p:spPr>
            <a:xfrm flipH="1" rot="10800000">
              <a:off x="6429125" y="-12125"/>
              <a:ext cx="2714875" cy="2564774"/>
            </a:xfrm>
            <a:prstGeom prst="rect">
              <a:avLst/>
            </a:prstGeom>
            <a:noFill/>
            <a:ln>
              <a:noFill/>
            </a:ln>
          </p:spPr>
        </p:pic>
      </p:grpSp>
      <p:grpSp>
        <p:nvGrpSpPr>
          <p:cNvPr id="330" name="Google Shape;330;p14"/>
          <p:cNvGrpSpPr/>
          <p:nvPr/>
        </p:nvGrpSpPr>
        <p:grpSpPr>
          <a:xfrm>
            <a:off x="579525" y="261300"/>
            <a:ext cx="7980950" cy="4595775"/>
            <a:chOff x="579525" y="261300"/>
            <a:chExt cx="7980950" cy="4595775"/>
          </a:xfrm>
        </p:grpSpPr>
        <p:sp>
          <p:nvSpPr>
            <p:cNvPr id="331" name="Google Shape;331;p14"/>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332" name="Google Shape;332;p14"/>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333" name="Google Shape;333;p14"/>
          <p:cNvGrpSpPr/>
          <p:nvPr/>
        </p:nvGrpSpPr>
        <p:grpSpPr>
          <a:xfrm>
            <a:off x="1727190" y="4442730"/>
            <a:ext cx="971965" cy="161280"/>
            <a:chOff x="6413465" y="539505"/>
            <a:chExt cx="971965" cy="161280"/>
          </a:xfrm>
        </p:grpSpPr>
        <p:sp>
          <p:nvSpPr>
            <p:cNvPr id="334" name="Google Shape;334;p14"/>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14"/>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14"/>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14"/>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8" name="Google Shape;338;p14"/>
          <p:cNvGrpSpPr/>
          <p:nvPr/>
        </p:nvGrpSpPr>
        <p:grpSpPr>
          <a:xfrm>
            <a:off x="7044690" y="458868"/>
            <a:ext cx="971965" cy="161280"/>
            <a:chOff x="6413465" y="539505"/>
            <a:chExt cx="971965" cy="161280"/>
          </a:xfrm>
        </p:grpSpPr>
        <p:sp>
          <p:nvSpPr>
            <p:cNvPr id="339" name="Google Shape;339;p14"/>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14"/>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14"/>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14"/>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43" name="Google Shape;343;p14"/>
          <p:cNvSpPr txBox="1"/>
          <p:nvPr>
            <p:ph type="title"/>
          </p:nvPr>
        </p:nvSpPr>
        <p:spPr>
          <a:xfrm>
            <a:off x="1552763" y="1729025"/>
            <a:ext cx="4456800" cy="787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44" name="Google Shape;344;p14"/>
          <p:cNvSpPr txBox="1"/>
          <p:nvPr>
            <p:ph hasCustomPrompt="1" idx="2" type="title"/>
          </p:nvPr>
        </p:nvSpPr>
        <p:spPr>
          <a:xfrm>
            <a:off x="6162038" y="1729025"/>
            <a:ext cx="1429200" cy="1162200"/>
          </a:xfrm>
          <a:prstGeom prst="rect">
            <a:avLst/>
          </a:prstGeom>
          <a:solidFill>
            <a:srgbClr val="21DFD8">
              <a:alpha val="2152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atin typeface="Albert Sans Light"/>
                <a:ea typeface="Albert Sans Light"/>
                <a:cs typeface="Albert Sans Light"/>
                <a:sym typeface="Albert Sans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45" name="Google Shape;345;p14"/>
          <p:cNvSpPr txBox="1"/>
          <p:nvPr>
            <p:ph idx="1" type="subTitle"/>
          </p:nvPr>
        </p:nvSpPr>
        <p:spPr>
          <a:xfrm>
            <a:off x="1552763" y="2516225"/>
            <a:ext cx="4456800" cy="375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346" name="Google Shape;346;p14"/>
          <p:cNvGrpSpPr/>
          <p:nvPr/>
        </p:nvGrpSpPr>
        <p:grpSpPr>
          <a:xfrm>
            <a:off x="8730053" y="6"/>
            <a:ext cx="261257" cy="5143447"/>
            <a:chOff x="221120" y="-9"/>
            <a:chExt cx="454360" cy="3595559"/>
          </a:xfrm>
        </p:grpSpPr>
        <p:sp>
          <p:nvSpPr>
            <p:cNvPr id="347" name="Google Shape;347;p14"/>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14"/>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14"/>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14"/>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14"/>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14"/>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14"/>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14"/>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14"/>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14"/>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14"/>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14"/>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9" name="Google Shape;359;p14"/>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60" name="Shape 360"/>
        <p:cNvGrpSpPr/>
        <p:nvPr/>
      </p:nvGrpSpPr>
      <p:grpSpPr>
        <a:xfrm>
          <a:off x="0" y="0"/>
          <a:ext cx="0" cy="0"/>
          <a:chOff x="0" y="0"/>
          <a:chExt cx="0" cy="0"/>
        </a:xfrm>
      </p:grpSpPr>
      <p:grpSp>
        <p:nvGrpSpPr>
          <p:cNvPr id="361" name="Google Shape;361;p15"/>
          <p:cNvGrpSpPr/>
          <p:nvPr/>
        </p:nvGrpSpPr>
        <p:grpSpPr>
          <a:xfrm>
            <a:off x="307577" y="261300"/>
            <a:ext cx="8549992" cy="4595775"/>
            <a:chOff x="579525" y="261300"/>
            <a:chExt cx="7980950" cy="4595775"/>
          </a:xfrm>
        </p:grpSpPr>
        <p:sp>
          <p:nvSpPr>
            <p:cNvPr id="362" name="Google Shape;362;p15"/>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363" name="Google Shape;363;p15"/>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364" name="Google Shape;364;p15"/>
          <p:cNvGrpSpPr/>
          <p:nvPr/>
        </p:nvGrpSpPr>
        <p:grpSpPr>
          <a:xfrm>
            <a:off x="1727190" y="180167"/>
            <a:ext cx="6289465" cy="4761342"/>
            <a:chOff x="1727190" y="180168"/>
            <a:chExt cx="6289465" cy="4761342"/>
          </a:xfrm>
        </p:grpSpPr>
        <p:grpSp>
          <p:nvGrpSpPr>
            <p:cNvPr id="365" name="Google Shape;365;p15"/>
            <p:cNvGrpSpPr/>
            <p:nvPr/>
          </p:nvGrpSpPr>
          <p:grpSpPr>
            <a:xfrm>
              <a:off x="1727190" y="4780230"/>
              <a:ext cx="971965" cy="161280"/>
              <a:chOff x="6413465" y="539505"/>
              <a:chExt cx="971965" cy="161280"/>
            </a:xfrm>
          </p:grpSpPr>
          <p:sp>
            <p:nvSpPr>
              <p:cNvPr id="366" name="Google Shape;366;p15"/>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5"/>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5"/>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5"/>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0" name="Google Shape;370;p15"/>
            <p:cNvGrpSpPr/>
            <p:nvPr/>
          </p:nvGrpSpPr>
          <p:grpSpPr>
            <a:xfrm>
              <a:off x="7044690" y="180168"/>
              <a:ext cx="971965" cy="161280"/>
              <a:chOff x="6413465" y="539505"/>
              <a:chExt cx="971965" cy="161280"/>
            </a:xfrm>
          </p:grpSpPr>
          <p:sp>
            <p:nvSpPr>
              <p:cNvPr id="371" name="Google Shape;371;p15"/>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15"/>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15"/>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5"/>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75" name="Google Shape;375;p15"/>
          <p:cNvGrpSpPr/>
          <p:nvPr/>
        </p:nvGrpSpPr>
        <p:grpSpPr>
          <a:xfrm>
            <a:off x="148226" y="-1686"/>
            <a:ext cx="328412" cy="1857425"/>
            <a:chOff x="965726" y="-1686"/>
            <a:chExt cx="328412" cy="1857425"/>
          </a:xfrm>
        </p:grpSpPr>
        <p:sp>
          <p:nvSpPr>
            <p:cNvPr id="376" name="Google Shape;376;p15"/>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5"/>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5"/>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15"/>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15"/>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1" name="Google Shape;381;p15"/>
          <p:cNvGrpSpPr/>
          <p:nvPr/>
        </p:nvGrpSpPr>
        <p:grpSpPr>
          <a:xfrm>
            <a:off x="0" y="2578675"/>
            <a:ext cx="9144000" cy="2564774"/>
            <a:chOff x="0" y="2578675"/>
            <a:chExt cx="9144000" cy="2564774"/>
          </a:xfrm>
        </p:grpSpPr>
        <p:pic>
          <p:nvPicPr>
            <p:cNvPr id="382" name="Google Shape;382;p15"/>
            <p:cNvPicPr preferRelativeResize="0"/>
            <p:nvPr/>
          </p:nvPicPr>
          <p:blipFill>
            <a:blip r:embed="rId2">
              <a:alphaModFix amt="64000"/>
            </a:blip>
            <a:stretch>
              <a:fillRect/>
            </a:stretch>
          </p:blipFill>
          <p:spPr>
            <a:xfrm>
              <a:off x="0" y="3117850"/>
              <a:ext cx="1244252" cy="1127599"/>
            </a:xfrm>
            <a:prstGeom prst="rect">
              <a:avLst/>
            </a:prstGeom>
            <a:noFill/>
            <a:ln>
              <a:noFill/>
            </a:ln>
          </p:spPr>
        </p:pic>
        <p:pic>
          <p:nvPicPr>
            <p:cNvPr id="383" name="Google Shape;383;p15"/>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sp>
        <p:nvSpPr>
          <p:cNvPr id="384" name="Google Shape;384;p15"/>
          <p:cNvSpPr txBox="1"/>
          <p:nvPr>
            <p:ph type="title"/>
          </p:nvPr>
        </p:nvSpPr>
        <p:spPr>
          <a:xfrm>
            <a:off x="3557400" y="3100288"/>
            <a:ext cx="43602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85" name="Google Shape;385;p15"/>
          <p:cNvSpPr txBox="1"/>
          <p:nvPr>
            <p:ph idx="1" type="subTitle"/>
          </p:nvPr>
        </p:nvSpPr>
        <p:spPr>
          <a:xfrm>
            <a:off x="1226400" y="1511313"/>
            <a:ext cx="6691200" cy="14784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86" name="Shape 386"/>
        <p:cNvGrpSpPr/>
        <p:nvPr/>
      </p:nvGrpSpPr>
      <p:grpSpPr>
        <a:xfrm>
          <a:off x="0" y="0"/>
          <a:ext cx="0" cy="0"/>
          <a:chOff x="0" y="0"/>
          <a:chExt cx="0" cy="0"/>
        </a:xfrm>
      </p:grpSpPr>
      <p:grpSp>
        <p:nvGrpSpPr>
          <p:cNvPr id="387" name="Google Shape;387;p16"/>
          <p:cNvGrpSpPr/>
          <p:nvPr/>
        </p:nvGrpSpPr>
        <p:grpSpPr>
          <a:xfrm>
            <a:off x="0" y="0"/>
            <a:ext cx="9144002" cy="5143499"/>
            <a:chOff x="0" y="0"/>
            <a:chExt cx="9144002" cy="5143499"/>
          </a:xfrm>
        </p:grpSpPr>
        <p:pic>
          <p:nvPicPr>
            <p:cNvPr id="388" name="Google Shape;388;p16"/>
            <p:cNvPicPr preferRelativeResize="0"/>
            <p:nvPr/>
          </p:nvPicPr>
          <p:blipFill>
            <a:blip r:embed="rId2">
              <a:alphaModFix amt="64000"/>
            </a:blip>
            <a:stretch>
              <a:fillRect/>
            </a:stretch>
          </p:blipFill>
          <p:spPr>
            <a:xfrm>
              <a:off x="7899750" y="0"/>
              <a:ext cx="1244252" cy="1127599"/>
            </a:xfrm>
            <a:prstGeom prst="rect">
              <a:avLst/>
            </a:prstGeom>
            <a:noFill/>
            <a:ln>
              <a:noFill/>
            </a:ln>
          </p:spPr>
        </p:pic>
        <p:pic>
          <p:nvPicPr>
            <p:cNvPr id="389" name="Google Shape;389;p16"/>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grpSp>
      <p:grpSp>
        <p:nvGrpSpPr>
          <p:cNvPr id="390" name="Google Shape;390;p16"/>
          <p:cNvGrpSpPr/>
          <p:nvPr/>
        </p:nvGrpSpPr>
        <p:grpSpPr>
          <a:xfrm>
            <a:off x="579525" y="261300"/>
            <a:ext cx="7980950" cy="4595775"/>
            <a:chOff x="579525" y="261300"/>
            <a:chExt cx="7980950" cy="4595775"/>
          </a:xfrm>
        </p:grpSpPr>
        <p:sp>
          <p:nvSpPr>
            <p:cNvPr id="391" name="Google Shape;391;p16"/>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392" name="Google Shape;392;p16"/>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393" name="Google Shape;393;p16"/>
          <p:cNvGrpSpPr/>
          <p:nvPr/>
        </p:nvGrpSpPr>
        <p:grpSpPr>
          <a:xfrm>
            <a:off x="7319840" y="4523368"/>
            <a:ext cx="971965" cy="161280"/>
            <a:chOff x="6413465" y="539505"/>
            <a:chExt cx="971965" cy="161280"/>
          </a:xfrm>
        </p:grpSpPr>
        <p:sp>
          <p:nvSpPr>
            <p:cNvPr id="394" name="Google Shape;394;p16"/>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16"/>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16"/>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16"/>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8" name="Google Shape;398;p16"/>
          <p:cNvGrpSpPr/>
          <p:nvPr/>
        </p:nvGrpSpPr>
        <p:grpSpPr>
          <a:xfrm flipH="1">
            <a:off x="1172390" y="458868"/>
            <a:ext cx="971965" cy="161280"/>
            <a:chOff x="6413465" y="539505"/>
            <a:chExt cx="971965" cy="161280"/>
          </a:xfrm>
        </p:grpSpPr>
        <p:sp>
          <p:nvSpPr>
            <p:cNvPr id="399" name="Google Shape;399;p16"/>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16"/>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16"/>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16"/>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03" name="Google Shape;403;p16"/>
          <p:cNvSpPr txBox="1"/>
          <p:nvPr>
            <p:ph type="title"/>
          </p:nvPr>
        </p:nvSpPr>
        <p:spPr>
          <a:xfrm>
            <a:off x="830925" y="1108475"/>
            <a:ext cx="2984100" cy="18102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404" name="Google Shape;404;p16"/>
          <p:cNvSpPr txBox="1"/>
          <p:nvPr>
            <p:ph idx="1" type="subTitle"/>
          </p:nvPr>
        </p:nvSpPr>
        <p:spPr>
          <a:xfrm>
            <a:off x="830925" y="2918725"/>
            <a:ext cx="2984100" cy="111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5" name="Google Shape;405;p16"/>
          <p:cNvSpPr/>
          <p:nvPr>
            <p:ph idx="2" type="pic"/>
          </p:nvPr>
        </p:nvSpPr>
        <p:spPr>
          <a:xfrm>
            <a:off x="4121775" y="690300"/>
            <a:ext cx="4191300" cy="3762900"/>
          </a:xfrm>
          <a:prstGeom prst="snip1Rect">
            <a:avLst>
              <a:gd fmla="val 16667" name="adj"/>
            </a:avLst>
          </a:prstGeom>
          <a:noFill/>
          <a:ln cap="flat" cmpd="sng" w="9525">
            <a:solidFill>
              <a:schemeClr val="dk2"/>
            </a:solidFill>
            <a:prstDash val="solid"/>
            <a:round/>
            <a:headEnd len="sm" w="sm" type="none"/>
            <a:tailEnd len="sm" w="sm" type="none"/>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06" name="Shape 406"/>
        <p:cNvGrpSpPr/>
        <p:nvPr/>
      </p:nvGrpSpPr>
      <p:grpSpPr>
        <a:xfrm>
          <a:off x="0" y="0"/>
          <a:ext cx="0" cy="0"/>
          <a:chOff x="0" y="0"/>
          <a:chExt cx="0" cy="0"/>
        </a:xfrm>
      </p:grpSpPr>
      <p:grpSp>
        <p:nvGrpSpPr>
          <p:cNvPr id="407" name="Google Shape;407;p17"/>
          <p:cNvGrpSpPr/>
          <p:nvPr/>
        </p:nvGrpSpPr>
        <p:grpSpPr>
          <a:xfrm>
            <a:off x="0" y="0"/>
            <a:ext cx="9144002" cy="5143499"/>
            <a:chOff x="0" y="0"/>
            <a:chExt cx="9144002" cy="5143499"/>
          </a:xfrm>
        </p:grpSpPr>
        <p:pic>
          <p:nvPicPr>
            <p:cNvPr id="408" name="Google Shape;408;p17"/>
            <p:cNvPicPr preferRelativeResize="0"/>
            <p:nvPr/>
          </p:nvPicPr>
          <p:blipFill>
            <a:blip r:embed="rId2">
              <a:alphaModFix amt="64000"/>
            </a:blip>
            <a:stretch>
              <a:fillRect/>
            </a:stretch>
          </p:blipFill>
          <p:spPr>
            <a:xfrm flipH="1" rot="10800000">
              <a:off x="7899750" y="4015901"/>
              <a:ext cx="1244252" cy="1127599"/>
            </a:xfrm>
            <a:prstGeom prst="rect">
              <a:avLst/>
            </a:prstGeom>
            <a:noFill/>
            <a:ln>
              <a:noFill/>
            </a:ln>
          </p:spPr>
        </p:pic>
        <p:pic>
          <p:nvPicPr>
            <p:cNvPr id="409" name="Google Shape;409;p17"/>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sp>
        <p:nvSpPr>
          <p:cNvPr id="410" name="Google Shape;410;p17"/>
          <p:cNvSpPr txBox="1"/>
          <p:nvPr>
            <p:ph type="title"/>
          </p:nvPr>
        </p:nvSpPr>
        <p:spPr>
          <a:xfrm>
            <a:off x="1159918" y="1409000"/>
            <a:ext cx="2915100" cy="10911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411" name="Google Shape;411;p17"/>
          <p:cNvSpPr txBox="1"/>
          <p:nvPr>
            <p:ph idx="1" type="subTitle"/>
          </p:nvPr>
        </p:nvSpPr>
        <p:spPr>
          <a:xfrm>
            <a:off x="1159918" y="2500100"/>
            <a:ext cx="2915100" cy="109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12" name="Google Shape;412;p17"/>
          <p:cNvSpPr/>
          <p:nvPr>
            <p:ph idx="2" type="pic"/>
          </p:nvPr>
        </p:nvSpPr>
        <p:spPr>
          <a:xfrm>
            <a:off x="4692575" y="1548400"/>
            <a:ext cx="3119700" cy="1851900"/>
          </a:xfrm>
          <a:prstGeom prst="rect">
            <a:avLst/>
          </a:prstGeom>
          <a:noFill/>
          <a:ln>
            <a:noFill/>
          </a:ln>
        </p:spPr>
      </p:sp>
      <p:grpSp>
        <p:nvGrpSpPr>
          <p:cNvPr id="413" name="Google Shape;413;p17"/>
          <p:cNvGrpSpPr/>
          <p:nvPr/>
        </p:nvGrpSpPr>
        <p:grpSpPr>
          <a:xfrm>
            <a:off x="307577" y="261300"/>
            <a:ext cx="8549992" cy="4595775"/>
            <a:chOff x="579525" y="261300"/>
            <a:chExt cx="7980950" cy="4595775"/>
          </a:xfrm>
        </p:grpSpPr>
        <p:sp>
          <p:nvSpPr>
            <p:cNvPr id="414" name="Google Shape;414;p17"/>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415" name="Google Shape;415;p17"/>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416" name="Google Shape;416;p17"/>
          <p:cNvGrpSpPr/>
          <p:nvPr/>
        </p:nvGrpSpPr>
        <p:grpSpPr>
          <a:xfrm>
            <a:off x="1727190" y="180167"/>
            <a:ext cx="6289465" cy="4761342"/>
            <a:chOff x="1727190" y="180168"/>
            <a:chExt cx="6289465" cy="4761342"/>
          </a:xfrm>
        </p:grpSpPr>
        <p:grpSp>
          <p:nvGrpSpPr>
            <p:cNvPr id="417" name="Google Shape;417;p17"/>
            <p:cNvGrpSpPr/>
            <p:nvPr/>
          </p:nvGrpSpPr>
          <p:grpSpPr>
            <a:xfrm>
              <a:off x="1727190" y="4780230"/>
              <a:ext cx="971965" cy="161280"/>
              <a:chOff x="6413465" y="539505"/>
              <a:chExt cx="971965" cy="161280"/>
            </a:xfrm>
          </p:grpSpPr>
          <p:sp>
            <p:nvSpPr>
              <p:cNvPr id="418" name="Google Shape;418;p17"/>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7"/>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7"/>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7"/>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2" name="Google Shape;422;p17"/>
            <p:cNvGrpSpPr/>
            <p:nvPr/>
          </p:nvGrpSpPr>
          <p:grpSpPr>
            <a:xfrm>
              <a:off x="7044690" y="180168"/>
              <a:ext cx="971965" cy="161280"/>
              <a:chOff x="6413465" y="539505"/>
              <a:chExt cx="971965" cy="161280"/>
            </a:xfrm>
          </p:grpSpPr>
          <p:sp>
            <p:nvSpPr>
              <p:cNvPr id="423" name="Google Shape;423;p17"/>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7"/>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7"/>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7"/>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27" name="Google Shape;427;p17"/>
          <p:cNvGrpSpPr/>
          <p:nvPr/>
        </p:nvGrpSpPr>
        <p:grpSpPr>
          <a:xfrm flipH="1" rot="10800000">
            <a:off x="148226" y="-1686"/>
            <a:ext cx="328412" cy="1857425"/>
            <a:chOff x="965726" y="-1686"/>
            <a:chExt cx="328412" cy="1857425"/>
          </a:xfrm>
        </p:grpSpPr>
        <p:sp>
          <p:nvSpPr>
            <p:cNvPr id="428" name="Google Shape;428;p17"/>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7"/>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7"/>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17"/>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17"/>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33" name="Shape 433"/>
        <p:cNvGrpSpPr/>
        <p:nvPr/>
      </p:nvGrpSpPr>
      <p:grpSpPr>
        <a:xfrm>
          <a:off x="0" y="0"/>
          <a:ext cx="0" cy="0"/>
          <a:chOff x="0" y="0"/>
          <a:chExt cx="0" cy="0"/>
        </a:xfrm>
      </p:grpSpPr>
      <p:grpSp>
        <p:nvGrpSpPr>
          <p:cNvPr id="434" name="Google Shape;434;p18"/>
          <p:cNvGrpSpPr/>
          <p:nvPr/>
        </p:nvGrpSpPr>
        <p:grpSpPr>
          <a:xfrm flipH="1" rot="10800000">
            <a:off x="0" y="0"/>
            <a:ext cx="9144002" cy="5143499"/>
            <a:chOff x="0" y="0"/>
            <a:chExt cx="9144002" cy="5143499"/>
          </a:xfrm>
        </p:grpSpPr>
        <p:pic>
          <p:nvPicPr>
            <p:cNvPr id="435" name="Google Shape;435;p18"/>
            <p:cNvPicPr preferRelativeResize="0"/>
            <p:nvPr/>
          </p:nvPicPr>
          <p:blipFill>
            <a:blip r:embed="rId2">
              <a:alphaModFix amt="64000"/>
            </a:blip>
            <a:stretch>
              <a:fillRect/>
            </a:stretch>
          </p:blipFill>
          <p:spPr>
            <a:xfrm flipH="1" rot="10800000">
              <a:off x="7899750" y="4015901"/>
              <a:ext cx="1244252" cy="1127599"/>
            </a:xfrm>
            <a:prstGeom prst="rect">
              <a:avLst/>
            </a:prstGeom>
            <a:noFill/>
            <a:ln>
              <a:noFill/>
            </a:ln>
          </p:spPr>
        </p:pic>
        <p:pic>
          <p:nvPicPr>
            <p:cNvPr id="436" name="Google Shape;436;p18"/>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sp>
        <p:nvSpPr>
          <p:cNvPr id="437" name="Google Shape;437;p18"/>
          <p:cNvSpPr txBox="1"/>
          <p:nvPr>
            <p:ph type="title"/>
          </p:nvPr>
        </p:nvSpPr>
        <p:spPr>
          <a:xfrm>
            <a:off x="4828550" y="1521000"/>
            <a:ext cx="2630400" cy="1021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438" name="Google Shape;438;p18"/>
          <p:cNvSpPr txBox="1"/>
          <p:nvPr>
            <p:ph idx="1" type="subTitle"/>
          </p:nvPr>
        </p:nvSpPr>
        <p:spPr>
          <a:xfrm>
            <a:off x="4828675" y="2542200"/>
            <a:ext cx="26304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39" name="Google Shape;439;p18"/>
          <p:cNvGrpSpPr/>
          <p:nvPr/>
        </p:nvGrpSpPr>
        <p:grpSpPr>
          <a:xfrm>
            <a:off x="307577" y="261300"/>
            <a:ext cx="8549992" cy="4595775"/>
            <a:chOff x="579525" y="261300"/>
            <a:chExt cx="7980950" cy="4595775"/>
          </a:xfrm>
        </p:grpSpPr>
        <p:sp>
          <p:nvSpPr>
            <p:cNvPr id="440" name="Google Shape;440;p18"/>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441" name="Google Shape;441;p18"/>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442" name="Google Shape;442;p18"/>
          <p:cNvGrpSpPr/>
          <p:nvPr/>
        </p:nvGrpSpPr>
        <p:grpSpPr>
          <a:xfrm>
            <a:off x="1727190" y="180167"/>
            <a:ext cx="6289465" cy="4761342"/>
            <a:chOff x="1727190" y="180168"/>
            <a:chExt cx="6289465" cy="4761342"/>
          </a:xfrm>
        </p:grpSpPr>
        <p:grpSp>
          <p:nvGrpSpPr>
            <p:cNvPr id="443" name="Google Shape;443;p18"/>
            <p:cNvGrpSpPr/>
            <p:nvPr/>
          </p:nvGrpSpPr>
          <p:grpSpPr>
            <a:xfrm>
              <a:off x="1727190" y="4780230"/>
              <a:ext cx="971965" cy="161280"/>
              <a:chOff x="6413465" y="539505"/>
              <a:chExt cx="971965" cy="161280"/>
            </a:xfrm>
          </p:grpSpPr>
          <p:sp>
            <p:nvSpPr>
              <p:cNvPr id="444" name="Google Shape;444;p18"/>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18"/>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18"/>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18"/>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8" name="Google Shape;448;p18"/>
            <p:cNvGrpSpPr/>
            <p:nvPr/>
          </p:nvGrpSpPr>
          <p:grpSpPr>
            <a:xfrm>
              <a:off x="7044690" y="180168"/>
              <a:ext cx="971965" cy="161280"/>
              <a:chOff x="6413465" y="539505"/>
              <a:chExt cx="971965" cy="161280"/>
            </a:xfrm>
          </p:grpSpPr>
          <p:sp>
            <p:nvSpPr>
              <p:cNvPr id="449" name="Google Shape;449;p18"/>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18"/>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18"/>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18"/>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53" name="Google Shape;453;p18"/>
          <p:cNvSpPr/>
          <p:nvPr>
            <p:ph idx="2" type="pic"/>
          </p:nvPr>
        </p:nvSpPr>
        <p:spPr>
          <a:xfrm>
            <a:off x="1712389" y="897775"/>
            <a:ext cx="2396400" cy="31581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454" name="Shape 454"/>
        <p:cNvGrpSpPr/>
        <p:nvPr/>
      </p:nvGrpSpPr>
      <p:grpSpPr>
        <a:xfrm>
          <a:off x="0" y="0"/>
          <a:ext cx="0" cy="0"/>
          <a:chOff x="0" y="0"/>
          <a:chExt cx="0" cy="0"/>
        </a:xfrm>
      </p:grpSpPr>
      <p:grpSp>
        <p:nvGrpSpPr>
          <p:cNvPr id="455" name="Google Shape;455;p19"/>
          <p:cNvGrpSpPr/>
          <p:nvPr/>
        </p:nvGrpSpPr>
        <p:grpSpPr>
          <a:xfrm flipH="1" rot="10800000">
            <a:off x="0" y="2428625"/>
            <a:ext cx="9144002" cy="2714875"/>
            <a:chOff x="0" y="0"/>
            <a:chExt cx="9144002" cy="2714875"/>
          </a:xfrm>
        </p:grpSpPr>
        <p:pic>
          <p:nvPicPr>
            <p:cNvPr id="456" name="Google Shape;456;p19"/>
            <p:cNvPicPr preferRelativeResize="0"/>
            <p:nvPr/>
          </p:nvPicPr>
          <p:blipFill>
            <a:blip r:embed="rId2">
              <a:alphaModFix amt="64000"/>
            </a:blip>
            <a:stretch>
              <a:fillRect/>
            </a:stretch>
          </p:blipFill>
          <p:spPr>
            <a:xfrm flipH="1" rot="10800000">
              <a:off x="7899750" y="101051"/>
              <a:ext cx="1244252" cy="1127599"/>
            </a:xfrm>
            <a:prstGeom prst="rect">
              <a:avLst/>
            </a:prstGeom>
            <a:noFill/>
            <a:ln>
              <a:noFill/>
            </a:ln>
          </p:spPr>
        </p:pic>
        <p:pic>
          <p:nvPicPr>
            <p:cNvPr id="457" name="Google Shape;457;p19"/>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sp>
        <p:nvSpPr>
          <p:cNvPr id="458" name="Google Shape;458;p19"/>
          <p:cNvSpPr txBox="1"/>
          <p:nvPr>
            <p:ph type="title"/>
          </p:nvPr>
        </p:nvSpPr>
        <p:spPr>
          <a:xfrm>
            <a:off x="1859050" y="1469100"/>
            <a:ext cx="2109600" cy="10767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459" name="Google Shape;459;p19"/>
          <p:cNvSpPr txBox="1"/>
          <p:nvPr>
            <p:ph idx="1" type="subTitle"/>
          </p:nvPr>
        </p:nvSpPr>
        <p:spPr>
          <a:xfrm>
            <a:off x="1859050" y="2545800"/>
            <a:ext cx="2732700" cy="112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60" name="Google Shape;460;p19"/>
          <p:cNvGrpSpPr/>
          <p:nvPr/>
        </p:nvGrpSpPr>
        <p:grpSpPr>
          <a:xfrm>
            <a:off x="307577" y="261300"/>
            <a:ext cx="8549992" cy="4595775"/>
            <a:chOff x="579525" y="261300"/>
            <a:chExt cx="7980950" cy="4595775"/>
          </a:xfrm>
        </p:grpSpPr>
        <p:sp>
          <p:nvSpPr>
            <p:cNvPr id="461" name="Google Shape;461;p19"/>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462" name="Google Shape;462;p19"/>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463" name="Google Shape;463;p19"/>
          <p:cNvGrpSpPr/>
          <p:nvPr/>
        </p:nvGrpSpPr>
        <p:grpSpPr>
          <a:xfrm>
            <a:off x="1727190" y="180167"/>
            <a:ext cx="6289465" cy="4761342"/>
            <a:chOff x="1727190" y="180168"/>
            <a:chExt cx="6289465" cy="4761342"/>
          </a:xfrm>
        </p:grpSpPr>
        <p:grpSp>
          <p:nvGrpSpPr>
            <p:cNvPr id="464" name="Google Shape;464;p19"/>
            <p:cNvGrpSpPr/>
            <p:nvPr/>
          </p:nvGrpSpPr>
          <p:grpSpPr>
            <a:xfrm>
              <a:off x="1727190" y="4780230"/>
              <a:ext cx="971965" cy="161280"/>
              <a:chOff x="6413465" y="539505"/>
              <a:chExt cx="971965" cy="161280"/>
            </a:xfrm>
          </p:grpSpPr>
          <p:sp>
            <p:nvSpPr>
              <p:cNvPr id="465" name="Google Shape;465;p19"/>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19"/>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19"/>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19"/>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9" name="Google Shape;469;p19"/>
            <p:cNvGrpSpPr/>
            <p:nvPr/>
          </p:nvGrpSpPr>
          <p:grpSpPr>
            <a:xfrm>
              <a:off x="7044690" y="180168"/>
              <a:ext cx="971965" cy="161280"/>
              <a:chOff x="6413465" y="539505"/>
              <a:chExt cx="971965" cy="161280"/>
            </a:xfrm>
          </p:grpSpPr>
          <p:sp>
            <p:nvSpPr>
              <p:cNvPr id="470" name="Google Shape;470;p19"/>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19"/>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19"/>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19"/>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74" name="Google Shape;474;p19"/>
          <p:cNvSpPr/>
          <p:nvPr>
            <p:ph idx="2" type="pic"/>
          </p:nvPr>
        </p:nvSpPr>
        <p:spPr>
          <a:xfrm>
            <a:off x="5597075" y="848775"/>
            <a:ext cx="1540800" cy="3219300"/>
          </a:xfrm>
          <a:prstGeom prst="rect">
            <a:avLst/>
          </a:prstGeom>
          <a:noFill/>
          <a:ln>
            <a:noFill/>
          </a:ln>
        </p:spPr>
      </p:sp>
      <p:grpSp>
        <p:nvGrpSpPr>
          <p:cNvPr id="475" name="Google Shape;475;p19"/>
          <p:cNvGrpSpPr/>
          <p:nvPr/>
        </p:nvGrpSpPr>
        <p:grpSpPr>
          <a:xfrm>
            <a:off x="148226" y="-1686"/>
            <a:ext cx="328412" cy="1857425"/>
            <a:chOff x="965726" y="-1686"/>
            <a:chExt cx="328412" cy="1857425"/>
          </a:xfrm>
        </p:grpSpPr>
        <p:sp>
          <p:nvSpPr>
            <p:cNvPr id="476" name="Google Shape;476;p19"/>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19"/>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19"/>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19"/>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19"/>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2_1">
    <p:spTree>
      <p:nvGrpSpPr>
        <p:cNvPr id="481" name="Shape 481"/>
        <p:cNvGrpSpPr/>
        <p:nvPr/>
      </p:nvGrpSpPr>
      <p:grpSpPr>
        <a:xfrm>
          <a:off x="0" y="0"/>
          <a:ext cx="0" cy="0"/>
          <a:chOff x="0" y="0"/>
          <a:chExt cx="0" cy="0"/>
        </a:xfrm>
      </p:grpSpPr>
      <p:grpSp>
        <p:nvGrpSpPr>
          <p:cNvPr id="482" name="Google Shape;482;p20"/>
          <p:cNvGrpSpPr/>
          <p:nvPr/>
        </p:nvGrpSpPr>
        <p:grpSpPr>
          <a:xfrm flipH="1" rot="10800000">
            <a:off x="0" y="2428625"/>
            <a:ext cx="9144002" cy="2714875"/>
            <a:chOff x="0" y="0"/>
            <a:chExt cx="9144002" cy="2714875"/>
          </a:xfrm>
        </p:grpSpPr>
        <p:pic>
          <p:nvPicPr>
            <p:cNvPr id="483" name="Google Shape;483;p20"/>
            <p:cNvPicPr preferRelativeResize="0"/>
            <p:nvPr/>
          </p:nvPicPr>
          <p:blipFill>
            <a:blip r:embed="rId2">
              <a:alphaModFix amt="64000"/>
            </a:blip>
            <a:stretch>
              <a:fillRect/>
            </a:stretch>
          </p:blipFill>
          <p:spPr>
            <a:xfrm flipH="1" rot="10800000">
              <a:off x="7899750" y="101051"/>
              <a:ext cx="1244252" cy="1127599"/>
            </a:xfrm>
            <a:prstGeom prst="rect">
              <a:avLst/>
            </a:prstGeom>
            <a:noFill/>
            <a:ln>
              <a:noFill/>
            </a:ln>
          </p:spPr>
        </p:pic>
        <p:pic>
          <p:nvPicPr>
            <p:cNvPr id="484" name="Google Shape;484;p20"/>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sp>
        <p:nvSpPr>
          <p:cNvPr id="485" name="Google Shape;485;p20"/>
          <p:cNvSpPr txBox="1"/>
          <p:nvPr>
            <p:ph idx="1" type="subTitle"/>
          </p:nvPr>
        </p:nvSpPr>
        <p:spPr>
          <a:xfrm>
            <a:off x="720000" y="1234454"/>
            <a:ext cx="7704000" cy="1132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grpSp>
        <p:nvGrpSpPr>
          <p:cNvPr id="486" name="Google Shape;486;p20"/>
          <p:cNvGrpSpPr/>
          <p:nvPr/>
        </p:nvGrpSpPr>
        <p:grpSpPr>
          <a:xfrm>
            <a:off x="307577" y="261300"/>
            <a:ext cx="8549992" cy="4595775"/>
            <a:chOff x="579525" y="261300"/>
            <a:chExt cx="7980950" cy="4595775"/>
          </a:xfrm>
        </p:grpSpPr>
        <p:sp>
          <p:nvSpPr>
            <p:cNvPr id="487" name="Google Shape;487;p20"/>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488" name="Google Shape;488;p20"/>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489" name="Google Shape;489;p20"/>
          <p:cNvGrpSpPr/>
          <p:nvPr/>
        </p:nvGrpSpPr>
        <p:grpSpPr>
          <a:xfrm>
            <a:off x="1727190" y="180167"/>
            <a:ext cx="6289465" cy="4761342"/>
            <a:chOff x="1727190" y="180168"/>
            <a:chExt cx="6289465" cy="4761342"/>
          </a:xfrm>
        </p:grpSpPr>
        <p:grpSp>
          <p:nvGrpSpPr>
            <p:cNvPr id="490" name="Google Shape;490;p20"/>
            <p:cNvGrpSpPr/>
            <p:nvPr/>
          </p:nvGrpSpPr>
          <p:grpSpPr>
            <a:xfrm>
              <a:off x="1727190" y="4780230"/>
              <a:ext cx="971965" cy="161280"/>
              <a:chOff x="6413465" y="539505"/>
              <a:chExt cx="971965" cy="161280"/>
            </a:xfrm>
          </p:grpSpPr>
          <p:sp>
            <p:nvSpPr>
              <p:cNvPr id="491" name="Google Shape;491;p20"/>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20"/>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3" name="Google Shape;493;p20"/>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20"/>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5" name="Google Shape;495;p20"/>
            <p:cNvGrpSpPr/>
            <p:nvPr/>
          </p:nvGrpSpPr>
          <p:grpSpPr>
            <a:xfrm>
              <a:off x="7044690" y="180168"/>
              <a:ext cx="971965" cy="161280"/>
              <a:chOff x="6413465" y="539505"/>
              <a:chExt cx="971965" cy="161280"/>
            </a:xfrm>
          </p:grpSpPr>
          <p:sp>
            <p:nvSpPr>
              <p:cNvPr id="496" name="Google Shape;496;p20"/>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20"/>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20"/>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20"/>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00" name="Google Shape;500;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01" name="Shape 501"/>
        <p:cNvGrpSpPr/>
        <p:nvPr/>
      </p:nvGrpSpPr>
      <p:grpSpPr>
        <a:xfrm>
          <a:off x="0" y="0"/>
          <a:ext cx="0" cy="0"/>
          <a:chOff x="0" y="0"/>
          <a:chExt cx="0" cy="0"/>
        </a:xfrm>
      </p:grpSpPr>
      <p:grpSp>
        <p:nvGrpSpPr>
          <p:cNvPr id="502" name="Google Shape;502;p21"/>
          <p:cNvGrpSpPr/>
          <p:nvPr/>
        </p:nvGrpSpPr>
        <p:grpSpPr>
          <a:xfrm>
            <a:off x="307577" y="261300"/>
            <a:ext cx="8549992" cy="4595775"/>
            <a:chOff x="579525" y="261300"/>
            <a:chExt cx="7980950" cy="4595775"/>
          </a:xfrm>
        </p:grpSpPr>
        <p:sp>
          <p:nvSpPr>
            <p:cNvPr id="503" name="Google Shape;503;p21"/>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504" name="Google Shape;504;p21"/>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505" name="Google Shape;505;p21"/>
          <p:cNvGrpSpPr/>
          <p:nvPr/>
        </p:nvGrpSpPr>
        <p:grpSpPr>
          <a:xfrm>
            <a:off x="1727190" y="180167"/>
            <a:ext cx="6289465" cy="4761342"/>
            <a:chOff x="1727190" y="180168"/>
            <a:chExt cx="6289465" cy="4761342"/>
          </a:xfrm>
        </p:grpSpPr>
        <p:grpSp>
          <p:nvGrpSpPr>
            <p:cNvPr id="506" name="Google Shape;506;p21"/>
            <p:cNvGrpSpPr/>
            <p:nvPr/>
          </p:nvGrpSpPr>
          <p:grpSpPr>
            <a:xfrm>
              <a:off x="1727190" y="4780230"/>
              <a:ext cx="971965" cy="161280"/>
              <a:chOff x="6413465" y="539505"/>
              <a:chExt cx="971965" cy="161280"/>
            </a:xfrm>
          </p:grpSpPr>
          <p:sp>
            <p:nvSpPr>
              <p:cNvPr id="507" name="Google Shape;507;p21"/>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21"/>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21"/>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21"/>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1" name="Google Shape;511;p21"/>
            <p:cNvGrpSpPr/>
            <p:nvPr/>
          </p:nvGrpSpPr>
          <p:grpSpPr>
            <a:xfrm>
              <a:off x="7044690" y="180168"/>
              <a:ext cx="971965" cy="161280"/>
              <a:chOff x="6413465" y="539505"/>
              <a:chExt cx="971965" cy="161280"/>
            </a:xfrm>
          </p:grpSpPr>
          <p:sp>
            <p:nvSpPr>
              <p:cNvPr id="512" name="Google Shape;512;p21"/>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21"/>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21"/>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21"/>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16" name="Google Shape;516;p2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517" name="Google Shape;517;p21"/>
          <p:cNvSpPr txBox="1"/>
          <p:nvPr>
            <p:ph idx="1" type="subTitle"/>
          </p:nvPr>
        </p:nvSpPr>
        <p:spPr>
          <a:xfrm>
            <a:off x="4949453" y="2596900"/>
            <a:ext cx="2694000" cy="114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8" name="Google Shape;518;p21"/>
          <p:cNvSpPr txBox="1"/>
          <p:nvPr>
            <p:ph idx="2" type="subTitle"/>
          </p:nvPr>
        </p:nvSpPr>
        <p:spPr>
          <a:xfrm>
            <a:off x="1500550" y="2596900"/>
            <a:ext cx="2694000" cy="114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9" name="Google Shape;519;p21"/>
          <p:cNvSpPr txBox="1"/>
          <p:nvPr>
            <p:ph idx="3" type="subTitle"/>
          </p:nvPr>
        </p:nvSpPr>
        <p:spPr>
          <a:xfrm>
            <a:off x="1500546" y="2130700"/>
            <a:ext cx="2694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0" name="Google Shape;520;p21"/>
          <p:cNvSpPr txBox="1"/>
          <p:nvPr>
            <p:ph idx="4" type="subTitle"/>
          </p:nvPr>
        </p:nvSpPr>
        <p:spPr>
          <a:xfrm>
            <a:off x="4949454" y="2130700"/>
            <a:ext cx="2694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21" name="Google Shape;521;p21"/>
          <p:cNvGrpSpPr/>
          <p:nvPr/>
        </p:nvGrpSpPr>
        <p:grpSpPr>
          <a:xfrm>
            <a:off x="0" y="2578675"/>
            <a:ext cx="9144000" cy="2564774"/>
            <a:chOff x="0" y="2578675"/>
            <a:chExt cx="9144000" cy="2564774"/>
          </a:xfrm>
        </p:grpSpPr>
        <p:pic>
          <p:nvPicPr>
            <p:cNvPr id="522" name="Google Shape;522;p21"/>
            <p:cNvPicPr preferRelativeResize="0"/>
            <p:nvPr/>
          </p:nvPicPr>
          <p:blipFill>
            <a:blip r:embed="rId2">
              <a:alphaModFix amt="64000"/>
            </a:blip>
            <a:stretch>
              <a:fillRect/>
            </a:stretch>
          </p:blipFill>
          <p:spPr>
            <a:xfrm>
              <a:off x="0" y="3117850"/>
              <a:ext cx="1244252" cy="1127599"/>
            </a:xfrm>
            <a:prstGeom prst="rect">
              <a:avLst/>
            </a:prstGeom>
            <a:noFill/>
            <a:ln>
              <a:noFill/>
            </a:ln>
          </p:spPr>
        </p:pic>
        <p:pic>
          <p:nvPicPr>
            <p:cNvPr id="523" name="Google Shape;523;p21"/>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grpSp>
        <p:nvGrpSpPr>
          <p:cNvPr id="524" name="Google Shape;524;p21"/>
          <p:cNvGrpSpPr/>
          <p:nvPr/>
        </p:nvGrpSpPr>
        <p:grpSpPr>
          <a:xfrm>
            <a:off x="148226" y="-1686"/>
            <a:ext cx="328412" cy="1857425"/>
            <a:chOff x="965726" y="-1686"/>
            <a:chExt cx="328412" cy="1857425"/>
          </a:xfrm>
        </p:grpSpPr>
        <p:sp>
          <p:nvSpPr>
            <p:cNvPr id="525" name="Google Shape;525;p21"/>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21"/>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21"/>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21"/>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21"/>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30" name="Shape 530"/>
        <p:cNvGrpSpPr/>
        <p:nvPr/>
      </p:nvGrpSpPr>
      <p:grpSpPr>
        <a:xfrm>
          <a:off x="0" y="0"/>
          <a:ext cx="0" cy="0"/>
          <a:chOff x="0" y="0"/>
          <a:chExt cx="0" cy="0"/>
        </a:xfrm>
      </p:grpSpPr>
      <p:grpSp>
        <p:nvGrpSpPr>
          <p:cNvPr id="531" name="Google Shape;531;p22"/>
          <p:cNvGrpSpPr/>
          <p:nvPr/>
        </p:nvGrpSpPr>
        <p:grpSpPr>
          <a:xfrm>
            <a:off x="0" y="2578675"/>
            <a:ext cx="9144000" cy="2564774"/>
            <a:chOff x="0" y="2578675"/>
            <a:chExt cx="9144000" cy="2564774"/>
          </a:xfrm>
        </p:grpSpPr>
        <p:pic>
          <p:nvPicPr>
            <p:cNvPr id="532" name="Google Shape;532;p22"/>
            <p:cNvPicPr preferRelativeResize="0"/>
            <p:nvPr/>
          </p:nvPicPr>
          <p:blipFill>
            <a:blip r:embed="rId2">
              <a:alphaModFix amt="64000"/>
            </a:blip>
            <a:stretch>
              <a:fillRect/>
            </a:stretch>
          </p:blipFill>
          <p:spPr>
            <a:xfrm>
              <a:off x="0" y="3117850"/>
              <a:ext cx="1244252" cy="1127599"/>
            </a:xfrm>
            <a:prstGeom prst="rect">
              <a:avLst/>
            </a:prstGeom>
            <a:noFill/>
            <a:ln>
              <a:noFill/>
            </a:ln>
          </p:spPr>
        </p:pic>
        <p:pic>
          <p:nvPicPr>
            <p:cNvPr id="533" name="Google Shape;533;p22"/>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grpSp>
        <p:nvGrpSpPr>
          <p:cNvPr id="534" name="Google Shape;534;p22"/>
          <p:cNvGrpSpPr/>
          <p:nvPr/>
        </p:nvGrpSpPr>
        <p:grpSpPr>
          <a:xfrm>
            <a:off x="307577" y="261300"/>
            <a:ext cx="8549992" cy="4595775"/>
            <a:chOff x="579525" y="261300"/>
            <a:chExt cx="7980950" cy="4595775"/>
          </a:xfrm>
        </p:grpSpPr>
        <p:sp>
          <p:nvSpPr>
            <p:cNvPr id="535" name="Google Shape;535;p22"/>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536" name="Google Shape;536;p22"/>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537" name="Google Shape;537;p22"/>
          <p:cNvGrpSpPr/>
          <p:nvPr/>
        </p:nvGrpSpPr>
        <p:grpSpPr>
          <a:xfrm>
            <a:off x="1727190" y="180167"/>
            <a:ext cx="6289465" cy="4761342"/>
            <a:chOff x="1727190" y="180168"/>
            <a:chExt cx="6289465" cy="4761342"/>
          </a:xfrm>
        </p:grpSpPr>
        <p:grpSp>
          <p:nvGrpSpPr>
            <p:cNvPr id="538" name="Google Shape;538;p22"/>
            <p:cNvGrpSpPr/>
            <p:nvPr/>
          </p:nvGrpSpPr>
          <p:grpSpPr>
            <a:xfrm>
              <a:off x="1727190" y="4780230"/>
              <a:ext cx="971965" cy="161280"/>
              <a:chOff x="6413465" y="539505"/>
              <a:chExt cx="971965" cy="161280"/>
            </a:xfrm>
          </p:grpSpPr>
          <p:sp>
            <p:nvSpPr>
              <p:cNvPr id="539" name="Google Shape;539;p22"/>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22"/>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22"/>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22"/>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3" name="Google Shape;543;p22"/>
            <p:cNvGrpSpPr/>
            <p:nvPr/>
          </p:nvGrpSpPr>
          <p:grpSpPr>
            <a:xfrm>
              <a:off x="7044690" y="180168"/>
              <a:ext cx="971965" cy="161280"/>
              <a:chOff x="6413465" y="539505"/>
              <a:chExt cx="971965" cy="161280"/>
            </a:xfrm>
          </p:grpSpPr>
          <p:sp>
            <p:nvSpPr>
              <p:cNvPr id="544" name="Google Shape;544;p22"/>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22"/>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22"/>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22"/>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48" name="Google Shape;548;p22"/>
          <p:cNvGrpSpPr/>
          <p:nvPr/>
        </p:nvGrpSpPr>
        <p:grpSpPr>
          <a:xfrm>
            <a:off x="148226" y="-1686"/>
            <a:ext cx="328412" cy="1857425"/>
            <a:chOff x="965726" y="-1686"/>
            <a:chExt cx="328412" cy="1857425"/>
          </a:xfrm>
        </p:grpSpPr>
        <p:sp>
          <p:nvSpPr>
            <p:cNvPr id="549" name="Google Shape;549;p22"/>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22"/>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22"/>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22"/>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22"/>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54" name="Google Shape;554;p22"/>
          <p:cNvGrpSpPr/>
          <p:nvPr/>
        </p:nvGrpSpPr>
        <p:grpSpPr>
          <a:xfrm rot="10800000">
            <a:off x="8690726" y="3286064"/>
            <a:ext cx="328412" cy="1857425"/>
            <a:chOff x="965726" y="-1686"/>
            <a:chExt cx="328412" cy="1857425"/>
          </a:xfrm>
        </p:grpSpPr>
        <p:sp>
          <p:nvSpPr>
            <p:cNvPr id="555" name="Google Shape;555;p22"/>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22"/>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22"/>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22"/>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22"/>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60" name="Google Shape;560;p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561" name="Google Shape;561;p22"/>
          <p:cNvSpPr txBox="1"/>
          <p:nvPr>
            <p:ph idx="1" type="subTitle"/>
          </p:nvPr>
        </p:nvSpPr>
        <p:spPr>
          <a:xfrm>
            <a:off x="4857502" y="1482525"/>
            <a:ext cx="3189000" cy="267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2" name="Google Shape;562;p22"/>
          <p:cNvSpPr txBox="1"/>
          <p:nvPr>
            <p:ph idx="2" type="subTitle"/>
          </p:nvPr>
        </p:nvSpPr>
        <p:spPr>
          <a:xfrm>
            <a:off x="1097498" y="1482525"/>
            <a:ext cx="3189000" cy="267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563" name="Shape 563"/>
        <p:cNvGrpSpPr/>
        <p:nvPr/>
      </p:nvGrpSpPr>
      <p:grpSpPr>
        <a:xfrm>
          <a:off x="0" y="0"/>
          <a:ext cx="0" cy="0"/>
          <a:chOff x="0" y="0"/>
          <a:chExt cx="0" cy="0"/>
        </a:xfrm>
      </p:grpSpPr>
      <p:grpSp>
        <p:nvGrpSpPr>
          <p:cNvPr id="564" name="Google Shape;564;p23"/>
          <p:cNvGrpSpPr/>
          <p:nvPr/>
        </p:nvGrpSpPr>
        <p:grpSpPr>
          <a:xfrm>
            <a:off x="0" y="2578675"/>
            <a:ext cx="9144000" cy="2564774"/>
            <a:chOff x="0" y="2578675"/>
            <a:chExt cx="9144000" cy="2564774"/>
          </a:xfrm>
        </p:grpSpPr>
        <p:pic>
          <p:nvPicPr>
            <p:cNvPr id="565" name="Google Shape;565;p23"/>
            <p:cNvPicPr preferRelativeResize="0"/>
            <p:nvPr/>
          </p:nvPicPr>
          <p:blipFill>
            <a:blip r:embed="rId2">
              <a:alphaModFix amt="64000"/>
            </a:blip>
            <a:stretch>
              <a:fillRect/>
            </a:stretch>
          </p:blipFill>
          <p:spPr>
            <a:xfrm>
              <a:off x="0" y="4015850"/>
              <a:ext cx="1244252" cy="1127599"/>
            </a:xfrm>
            <a:prstGeom prst="rect">
              <a:avLst/>
            </a:prstGeom>
            <a:noFill/>
            <a:ln>
              <a:noFill/>
            </a:ln>
          </p:spPr>
        </p:pic>
        <p:pic>
          <p:nvPicPr>
            <p:cNvPr id="566" name="Google Shape;566;p23"/>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grpSp>
        <p:nvGrpSpPr>
          <p:cNvPr id="567" name="Google Shape;567;p23"/>
          <p:cNvGrpSpPr/>
          <p:nvPr/>
        </p:nvGrpSpPr>
        <p:grpSpPr>
          <a:xfrm>
            <a:off x="307577" y="261300"/>
            <a:ext cx="8549992" cy="4595775"/>
            <a:chOff x="579525" y="261300"/>
            <a:chExt cx="7980950" cy="4595775"/>
          </a:xfrm>
        </p:grpSpPr>
        <p:sp>
          <p:nvSpPr>
            <p:cNvPr id="568" name="Google Shape;568;p23"/>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569" name="Google Shape;569;p23"/>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570" name="Google Shape;570;p23"/>
          <p:cNvGrpSpPr/>
          <p:nvPr/>
        </p:nvGrpSpPr>
        <p:grpSpPr>
          <a:xfrm>
            <a:off x="1727190" y="180167"/>
            <a:ext cx="6289465" cy="4761342"/>
            <a:chOff x="1727190" y="180168"/>
            <a:chExt cx="6289465" cy="4761342"/>
          </a:xfrm>
        </p:grpSpPr>
        <p:grpSp>
          <p:nvGrpSpPr>
            <p:cNvPr id="571" name="Google Shape;571;p23"/>
            <p:cNvGrpSpPr/>
            <p:nvPr/>
          </p:nvGrpSpPr>
          <p:grpSpPr>
            <a:xfrm>
              <a:off x="1727190" y="4780230"/>
              <a:ext cx="971965" cy="161280"/>
              <a:chOff x="6413465" y="539505"/>
              <a:chExt cx="971965" cy="161280"/>
            </a:xfrm>
          </p:grpSpPr>
          <p:sp>
            <p:nvSpPr>
              <p:cNvPr id="572" name="Google Shape;572;p2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2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2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2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76" name="Google Shape;576;p23"/>
            <p:cNvGrpSpPr/>
            <p:nvPr/>
          </p:nvGrpSpPr>
          <p:grpSpPr>
            <a:xfrm>
              <a:off x="7044690" y="180168"/>
              <a:ext cx="971965" cy="161280"/>
              <a:chOff x="6413465" y="539505"/>
              <a:chExt cx="971965" cy="161280"/>
            </a:xfrm>
          </p:grpSpPr>
          <p:sp>
            <p:nvSpPr>
              <p:cNvPr id="577" name="Google Shape;577;p2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2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2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2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81" name="Google Shape;581;p23"/>
          <p:cNvGrpSpPr/>
          <p:nvPr/>
        </p:nvGrpSpPr>
        <p:grpSpPr>
          <a:xfrm>
            <a:off x="148226" y="-1686"/>
            <a:ext cx="328412" cy="1857425"/>
            <a:chOff x="965726" y="-1686"/>
            <a:chExt cx="328412" cy="1857425"/>
          </a:xfrm>
        </p:grpSpPr>
        <p:sp>
          <p:nvSpPr>
            <p:cNvPr id="582" name="Google Shape;582;p23"/>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23"/>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23"/>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23"/>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23"/>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7" name="Google Shape;587;p23"/>
          <p:cNvGrpSpPr/>
          <p:nvPr/>
        </p:nvGrpSpPr>
        <p:grpSpPr>
          <a:xfrm rot="10800000">
            <a:off x="8690726" y="3286064"/>
            <a:ext cx="328412" cy="1857425"/>
            <a:chOff x="965726" y="-1686"/>
            <a:chExt cx="328412" cy="1857425"/>
          </a:xfrm>
        </p:grpSpPr>
        <p:sp>
          <p:nvSpPr>
            <p:cNvPr id="588" name="Google Shape;588;p23"/>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23"/>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23"/>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23"/>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23"/>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93" name="Google Shape;593;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594" name="Google Shape;594;p23"/>
          <p:cNvSpPr txBox="1"/>
          <p:nvPr>
            <p:ph idx="1" type="subTitle"/>
          </p:nvPr>
        </p:nvSpPr>
        <p:spPr>
          <a:xfrm>
            <a:off x="4730624" y="1234500"/>
            <a:ext cx="3693300" cy="2882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4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595" name="Google Shape;595;p23"/>
          <p:cNvSpPr txBox="1"/>
          <p:nvPr>
            <p:ph idx="2" type="subTitle"/>
          </p:nvPr>
        </p:nvSpPr>
        <p:spPr>
          <a:xfrm>
            <a:off x="720000" y="1234500"/>
            <a:ext cx="3693300" cy="2882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4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96" name="Shape 596"/>
        <p:cNvGrpSpPr/>
        <p:nvPr/>
      </p:nvGrpSpPr>
      <p:grpSpPr>
        <a:xfrm>
          <a:off x="0" y="0"/>
          <a:ext cx="0" cy="0"/>
          <a:chOff x="0" y="0"/>
          <a:chExt cx="0" cy="0"/>
        </a:xfrm>
      </p:grpSpPr>
      <p:grpSp>
        <p:nvGrpSpPr>
          <p:cNvPr id="597" name="Google Shape;597;p24"/>
          <p:cNvGrpSpPr/>
          <p:nvPr/>
        </p:nvGrpSpPr>
        <p:grpSpPr>
          <a:xfrm>
            <a:off x="0" y="29250"/>
            <a:ext cx="9144000" cy="5114199"/>
            <a:chOff x="0" y="29250"/>
            <a:chExt cx="9144000" cy="5114199"/>
          </a:xfrm>
        </p:grpSpPr>
        <p:pic>
          <p:nvPicPr>
            <p:cNvPr id="598" name="Google Shape;598;p24"/>
            <p:cNvPicPr preferRelativeResize="0"/>
            <p:nvPr/>
          </p:nvPicPr>
          <p:blipFill>
            <a:blip r:embed="rId2">
              <a:alphaModFix amt="64000"/>
            </a:blip>
            <a:stretch>
              <a:fillRect/>
            </a:stretch>
          </p:blipFill>
          <p:spPr>
            <a:xfrm>
              <a:off x="0" y="29250"/>
              <a:ext cx="959340" cy="869401"/>
            </a:xfrm>
            <a:prstGeom prst="rect">
              <a:avLst/>
            </a:prstGeom>
            <a:noFill/>
            <a:ln>
              <a:noFill/>
            </a:ln>
          </p:spPr>
        </p:pic>
        <p:pic>
          <p:nvPicPr>
            <p:cNvPr id="599" name="Google Shape;599;p24"/>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sp>
        <p:nvSpPr>
          <p:cNvPr id="600" name="Google Shape;600;p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01" name="Google Shape;601;p24"/>
          <p:cNvSpPr txBox="1"/>
          <p:nvPr>
            <p:ph idx="1" type="subTitle"/>
          </p:nvPr>
        </p:nvSpPr>
        <p:spPr>
          <a:xfrm>
            <a:off x="1076679" y="2596754"/>
            <a:ext cx="2226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02" name="Google Shape;602;p24"/>
          <p:cNvSpPr txBox="1"/>
          <p:nvPr>
            <p:ph idx="2" type="subTitle"/>
          </p:nvPr>
        </p:nvSpPr>
        <p:spPr>
          <a:xfrm>
            <a:off x="3458847" y="2596754"/>
            <a:ext cx="2226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03" name="Google Shape;603;p24"/>
          <p:cNvSpPr txBox="1"/>
          <p:nvPr>
            <p:ph idx="3" type="subTitle"/>
          </p:nvPr>
        </p:nvSpPr>
        <p:spPr>
          <a:xfrm>
            <a:off x="5841022" y="2596754"/>
            <a:ext cx="2226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04" name="Google Shape;604;p24"/>
          <p:cNvSpPr txBox="1"/>
          <p:nvPr>
            <p:ph idx="4" type="subTitle"/>
          </p:nvPr>
        </p:nvSpPr>
        <p:spPr>
          <a:xfrm>
            <a:off x="1076678" y="2130552"/>
            <a:ext cx="22263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5" name="Google Shape;605;p24"/>
          <p:cNvSpPr txBox="1"/>
          <p:nvPr>
            <p:ph idx="5" type="subTitle"/>
          </p:nvPr>
        </p:nvSpPr>
        <p:spPr>
          <a:xfrm>
            <a:off x="3458850" y="2130552"/>
            <a:ext cx="22263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6" name="Google Shape;606;p24"/>
          <p:cNvSpPr txBox="1"/>
          <p:nvPr>
            <p:ph idx="6" type="subTitle"/>
          </p:nvPr>
        </p:nvSpPr>
        <p:spPr>
          <a:xfrm>
            <a:off x="5841022" y="2130552"/>
            <a:ext cx="22263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07" name="Google Shape;607;p24"/>
          <p:cNvGrpSpPr/>
          <p:nvPr/>
        </p:nvGrpSpPr>
        <p:grpSpPr>
          <a:xfrm>
            <a:off x="307577" y="261300"/>
            <a:ext cx="8549992" cy="4595775"/>
            <a:chOff x="579525" y="261300"/>
            <a:chExt cx="7980950" cy="4595775"/>
          </a:xfrm>
        </p:grpSpPr>
        <p:sp>
          <p:nvSpPr>
            <p:cNvPr id="608" name="Google Shape;608;p24"/>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609" name="Google Shape;609;p24"/>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610" name="Google Shape;610;p24"/>
          <p:cNvGrpSpPr/>
          <p:nvPr/>
        </p:nvGrpSpPr>
        <p:grpSpPr>
          <a:xfrm>
            <a:off x="1727190" y="180167"/>
            <a:ext cx="6289465" cy="4761342"/>
            <a:chOff x="1727190" y="180168"/>
            <a:chExt cx="6289465" cy="4761342"/>
          </a:xfrm>
        </p:grpSpPr>
        <p:grpSp>
          <p:nvGrpSpPr>
            <p:cNvPr id="611" name="Google Shape;611;p24"/>
            <p:cNvGrpSpPr/>
            <p:nvPr/>
          </p:nvGrpSpPr>
          <p:grpSpPr>
            <a:xfrm>
              <a:off x="1727190" y="4780230"/>
              <a:ext cx="971965" cy="161280"/>
              <a:chOff x="6413465" y="539505"/>
              <a:chExt cx="971965" cy="161280"/>
            </a:xfrm>
          </p:grpSpPr>
          <p:sp>
            <p:nvSpPr>
              <p:cNvPr id="612" name="Google Shape;612;p24"/>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24"/>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24"/>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24"/>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6" name="Google Shape;616;p24"/>
            <p:cNvGrpSpPr/>
            <p:nvPr/>
          </p:nvGrpSpPr>
          <p:grpSpPr>
            <a:xfrm>
              <a:off x="7044690" y="180168"/>
              <a:ext cx="971965" cy="161280"/>
              <a:chOff x="6413465" y="539505"/>
              <a:chExt cx="971965" cy="161280"/>
            </a:xfrm>
          </p:grpSpPr>
          <p:sp>
            <p:nvSpPr>
              <p:cNvPr id="617" name="Google Shape;617;p24"/>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8" name="Google Shape;618;p24"/>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24"/>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24"/>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21" name="Google Shape;621;p24"/>
          <p:cNvGrpSpPr/>
          <p:nvPr/>
        </p:nvGrpSpPr>
        <p:grpSpPr>
          <a:xfrm rot="10800000">
            <a:off x="141223" y="107853"/>
            <a:ext cx="204551" cy="1747810"/>
            <a:chOff x="1089587" y="-1610"/>
            <a:chExt cx="204551" cy="1747810"/>
          </a:xfrm>
        </p:grpSpPr>
        <p:sp>
          <p:nvSpPr>
            <p:cNvPr id="622" name="Google Shape;622;p24"/>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24"/>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24"/>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24"/>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26" name="Shape 626"/>
        <p:cNvGrpSpPr/>
        <p:nvPr/>
      </p:nvGrpSpPr>
      <p:grpSpPr>
        <a:xfrm>
          <a:off x="0" y="0"/>
          <a:ext cx="0" cy="0"/>
          <a:chOff x="0" y="0"/>
          <a:chExt cx="0" cy="0"/>
        </a:xfrm>
      </p:grpSpPr>
      <p:grpSp>
        <p:nvGrpSpPr>
          <p:cNvPr id="627" name="Google Shape;627;p25"/>
          <p:cNvGrpSpPr/>
          <p:nvPr/>
        </p:nvGrpSpPr>
        <p:grpSpPr>
          <a:xfrm>
            <a:off x="0" y="29250"/>
            <a:ext cx="9041589" cy="5114249"/>
            <a:chOff x="0" y="29250"/>
            <a:chExt cx="9041589" cy="5114249"/>
          </a:xfrm>
        </p:grpSpPr>
        <p:pic>
          <p:nvPicPr>
            <p:cNvPr id="628" name="Google Shape;628;p25"/>
            <p:cNvPicPr preferRelativeResize="0"/>
            <p:nvPr/>
          </p:nvPicPr>
          <p:blipFill>
            <a:blip r:embed="rId2">
              <a:alphaModFix amt="64000"/>
            </a:blip>
            <a:stretch>
              <a:fillRect/>
            </a:stretch>
          </p:blipFill>
          <p:spPr>
            <a:xfrm>
              <a:off x="8082250" y="29250"/>
              <a:ext cx="959340" cy="869401"/>
            </a:xfrm>
            <a:prstGeom prst="rect">
              <a:avLst/>
            </a:prstGeom>
            <a:noFill/>
            <a:ln>
              <a:noFill/>
            </a:ln>
          </p:spPr>
        </p:pic>
        <p:pic>
          <p:nvPicPr>
            <p:cNvPr id="629" name="Google Shape;629;p25"/>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grpSp>
      <p:grpSp>
        <p:nvGrpSpPr>
          <p:cNvPr id="630" name="Google Shape;630;p25"/>
          <p:cNvGrpSpPr/>
          <p:nvPr/>
        </p:nvGrpSpPr>
        <p:grpSpPr>
          <a:xfrm>
            <a:off x="307577" y="261300"/>
            <a:ext cx="8549992" cy="4595775"/>
            <a:chOff x="579525" y="261300"/>
            <a:chExt cx="7980950" cy="4595775"/>
          </a:xfrm>
        </p:grpSpPr>
        <p:sp>
          <p:nvSpPr>
            <p:cNvPr id="631" name="Google Shape;631;p25"/>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632" name="Google Shape;632;p25"/>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633" name="Google Shape;633;p25"/>
          <p:cNvGrpSpPr/>
          <p:nvPr/>
        </p:nvGrpSpPr>
        <p:grpSpPr>
          <a:xfrm>
            <a:off x="719990" y="180167"/>
            <a:ext cx="7704015" cy="4761342"/>
            <a:chOff x="719990" y="180168"/>
            <a:chExt cx="7704015" cy="4761342"/>
          </a:xfrm>
        </p:grpSpPr>
        <p:grpSp>
          <p:nvGrpSpPr>
            <p:cNvPr id="634" name="Google Shape;634;p25"/>
            <p:cNvGrpSpPr/>
            <p:nvPr/>
          </p:nvGrpSpPr>
          <p:grpSpPr>
            <a:xfrm>
              <a:off x="7452040" y="4780230"/>
              <a:ext cx="971965" cy="161280"/>
              <a:chOff x="6413465" y="539505"/>
              <a:chExt cx="971965" cy="161280"/>
            </a:xfrm>
          </p:grpSpPr>
          <p:sp>
            <p:nvSpPr>
              <p:cNvPr id="635" name="Google Shape;635;p25"/>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25"/>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25"/>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25"/>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39" name="Google Shape;639;p25"/>
            <p:cNvGrpSpPr/>
            <p:nvPr/>
          </p:nvGrpSpPr>
          <p:grpSpPr>
            <a:xfrm>
              <a:off x="719990" y="180168"/>
              <a:ext cx="971965" cy="161280"/>
              <a:chOff x="6413465" y="539505"/>
              <a:chExt cx="971965" cy="161280"/>
            </a:xfrm>
          </p:grpSpPr>
          <p:sp>
            <p:nvSpPr>
              <p:cNvPr id="640" name="Google Shape;640;p25"/>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25"/>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25"/>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25"/>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44" name="Google Shape;644;p25"/>
          <p:cNvGrpSpPr/>
          <p:nvPr/>
        </p:nvGrpSpPr>
        <p:grpSpPr>
          <a:xfrm rot="10800000">
            <a:off x="141223" y="107853"/>
            <a:ext cx="204551" cy="1747810"/>
            <a:chOff x="1089587" y="-1610"/>
            <a:chExt cx="204551" cy="1747810"/>
          </a:xfrm>
        </p:grpSpPr>
        <p:sp>
          <p:nvSpPr>
            <p:cNvPr id="645" name="Google Shape;645;p25"/>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25"/>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25"/>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25"/>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49" name="Google Shape;649;p2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50" name="Google Shape;650;p25"/>
          <p:cNvSpPr txBox="1"/>
          <p:nvPr>
            <p:ph idx="1" type="subTitle"/>
          </p:nvPr>
        </p:nvSpPr>
        <p:spPr>
          <a:xfrm>
            <a:off x="1989356" y="20808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1" name="Google Shape;651;p25"/>
          <p:cNvSpPr txBox="1"/>
          <p:nvPr>
            <p:ph idx="2" type="subTitle"/>
          </p:nvPr>
        </p:nvSpPr>
        <p:spPr>
          <a:xfrm>
            <a:off x="5176435" y="20808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2" name="Google Shape;652;p25"/>
          <p:cNvSpPr txBox="1"/>
          <p:nvPr>
            <p:ph idx="3" type="subTitle"/>
          </p:nvPr>
        </p:nvSpPr>
        <p:spPr>
          <a:xfrm>
            <a:off x="1989356" y="35142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3" name="Google Shape;653;p25"/>
          <p:cNvSpPr txBox="1"/>
          <p:nvPr>
            <p:ph idx="4" type="subTitle"/>
          </p:nvPr>
        </p:nvSpPr>
        <p:spPr>
          <a:xfrm>
            <a:off x="5176435" y="35142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4" name="Google Shape;654;p25"/>
          <p:cNvSpPr txBox="1"/>
          <p:nvPr>
            <p:ph idx="5" type="subTitle"/>
          </p:nvPr>
        </p:nvSpPr>
        <p:spPr>
          <a:xfrm>
            <a:off x="1989369" y="1614625"/>
            <a:ext cx="19782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5" name="Google Shape;655;p25"/>
          <p:cNvSpPr txBox="1"/>
          <p:nvPr>
            <p:ph idx="6" type="subTitle"/>
          </p:nvPr>
        </p:nvSpPr>
        <p:spPr>
          <a:xfrm>
            <a:off x="1989369" y="3048025"/>
            <a:ext cx="19782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6" name="Google Shape;656;p25"/>
          <p:cNvSpPr txBox="1"/>
          <p:nvPr>
            <p:ph idx="7" type="subTitle"/>
          </p:nvPr>
        </p:nvSpPr>
        <p:spPr>
          <a:xfrm>
            <a:off x="5176444" y="1614625"/>
            <a:ext cx="19782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7" name="Google Shape;657;p25"/>
          <p:cNvSpPr txBox="1"/>
          <p:nvPr>
            <p:ph idx="8" type="subTitle"/>
          </p:nvPr>
        </p:nvSpPr>
        <p:spPr>
          <a:xfrm>
            <a:off x="5176444" y="3048025"/>
            <a:ext cx="19782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58" name="Shape 658"/>
        <p:cNvGrpSpPr/>
        <p:nvPr/>
      </p:nvGrpSpPr>
      <p:grpSpPr>
        <a:xfrm>
          <a:off x="0" y="0"/>
          <a:ext cx="0" cy="0"/>
          <a:chOff x="0" y="0"/>
          <a:chExt cx="0" cy="0"/>
        </a:xfrm>
      </p:grpSpPr>
      <p:pic>
        <p:nvPicPr>
          <p:cNvPr id="659" name="Google Shape;659;p26"/>
          <p:cNvPicPr preferRelativeResize="0"/>
          <p:nvPr/>
        </p:nvPicPr>
        <p:blipFill>
          <a:blip r:embed="rId2">
            <a:alphaModFix amt="64000"/>
          </a:blip>
          <a:stretch>
            <a:fillRect/>
          </a:stretch>
        </p:blipFill>
        <p:spPr>
          <a:xfrm>
            <a:off x="0" y="29250"/>
            <a:ext cx="959340" cy="869401"/>
          </a:xfrm>
          <a:prstGeom prst="rect">
            <a:avLst/>
          </a:prstGeom>
          <a:noFill/>
          <a:ln>
            <a:noFill/>
          </a:ln>
        </p:spPr>
      </p:pic>
      <p:pic>
        <p:nvPicPr>
          <p:cNvPr id="660" name="Google Shape;660;p26"/>
          <p:cNvPicPr preferRelativeResize="0"/>
          <p:nvPr/>
        </p:nvPicPr>
        <p:blipFill rotWithShape="1">
          <a:blip r:embed="rId2">
            <a:alphaModFix amt="37000"/>
          </a:blip>
          <a:srcRect b="35662" l="0" r="38279" t="0"/>
          <a:stretch/>
        </p:blipFill>
        <p:spPr>
          <a:xfrm>
            <a:off x="6429125" y="2578675"/>
            <a:ext cx="2714875" cy="2564774"/>
          </a:xfrm>
          <a:prstGeom prst="rect">
            <a:avLst/>
          </a:prstGeom>
          <a:noFill/>
          <a:ln>
            <a:noFill/>
          </a:ln>
        </p:spPr>
      </p:pic>
      <p:grpSp>
        <p:nvGrpSpPr>
          <p:cNvPr id="661" name="Google Shape;661;p26"/>
          <p:cNvGrpSpPr/>
          <p:nvPr/>
        </p:nvGrpSpPr>
        <p:grpSpPr>
          <a:xfrm>
            <a:off x="307577" y="261300"/>
            <a:ext cx="8549992" cy="4595775"/>
            <a:chOff x="579525" y="261300"/>
            <a:chExt cx="7980950" cy="4595775"/>
          </a:xfrm>
        </p:grpSpPr>
        <p:sp>
          <p:nvSpPr>
            <p:cNvPr id="662" name="Google Shape;662;p26"/>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663" name="Google Shape;663;p26"/>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664" name="Google Shape;664;p26"/>
          <p:cNvGrpSpPr/>
          <p:nvPr/>
        </p:nvGrpSpPr>
        <p:grpSpPr>
          <a:xfrm>
            <a:off x="1727190" y="180167"/>
            <a:ext cx="6289465" cy="4761342"/>
            <a:chOff x="1727190" y="180168"/>
            <a:chExt cx="6289465" cy="4761342"/>
          </a:xfrm>
        </p:grpSpPr>
        <p:grpSp>
          <p:nvGrpSpPr>
            <p:cNvPr id="665" name="Google Shape;665;p26"/>
            <p:cNvGrpSpPr/>
            <p:nvPr/>
          </p:nvGrpSpPr>
          <p:grpSpPr>
            <a:xfrm>
              <a:off x="1727190" y="4780230"/>
              <a:ext cx="971965" cy="161280"/>
              <a:chOff x="6413465" y="539505"/>
              <a:chExt cx="971965" cy="161280"/>
            </a:xfrm>
          </p:grpSpPr>
          <p:sp>
            <p:nvSpPr>
              <p:cNvPr id="666" name="Google Shape;666;p26"/>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26"/>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8" name="Google Shape;668;p26"/>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9" name="Google Shape;669;p26"/>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70" name="Google Shape;670;p26"/>
            <p:cNvGrpSpPr/>
            <p:nvPr/>
          </p:nvGrpSpPr>
          <p:grpSpPr>
            <a:xfrm>
              <a:off x="7044690" y="180168"/>
              <a:ext cx="971965" cy="161280"/>
              <a:chOff x="6413465" y="539505"/>
              <a:chExt cx="971965" cy="161280"/>
            </a:xfrm>
          </p:grpSpPr>
          <p:sp>
            <p:nvSpPr>
              <p:cNvPr id="671" name="Google Shape;671;p26"/>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2" name="Google Shape;672;p26"/>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26"/>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26"/>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75" name="Google Shape;675;p26"/>
          <p:cNvGrpSpPr/>
          <p:nvPr/>
        </p:nvGrpSpPr>
        <p:grpSpPr>
          <a:xfrm rot="10800000">
            <a:off x="141223" y="107853"/>
            <a:ext cx="204551" cy="1747810"/>
            <a:chOff x="1089587" y="-1610"/>
            <a:chExt cx="204551" cy="1747810"/>
          </a:xfrm>
        </p:grpSpPr>
        <p:sp>
          <p:nvSpPr>
            <p:cNvPr id="676" name="Google Shape;676;p26"/>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7" name="Google Shape;677;p26"/>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26"/>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9" name="Google Shape;679;p26"/>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80" name="Google Shape;680;p2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81" name="Google Shape;681;p26"/>
          <p:cNvSpPr txBox="1"/>
          <p:nvPr>
            <p:ph idx="1" type="subTitle"/>
          </p:nvPr>
        </p:nvSpPr>
        <p:spPr>
          <a:xfrm>
            <a:off x="969495" y="2018672"/>
            <a:ext cx="21495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82" name="Google Shape;682;p26"/>
          <p:cNvSpPr txBox="1"/>
          <p:nvPr>
            <p:ph idx="2" type="subTitle"/>
          </p:nvPr>
        </p:nvSpPr>
        <p:spPr>
          <a:xfrm>
            <a:off x="3497250" y="2018672"/>
            <a:ext cx="21495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83" name="Google Shape;683;p26"/>
          <p:cNvSpPr txBox="1"/>
          <p:nvPr>
            <p:ph idx="3" type="subTitle"/>
          </p:nvPr>
        </p:nvSpPr>
        <p:spPr>
          <a:xfrm>
            <a:off x="969495" y="3604475"/>
            <a:ext cx="21495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84" name="Google Shape;684;p26"/>
          <p:cNvSpPr txBox="1"/>
          <p:nvPr>
            <p:ph idx="4" type="subTitle"/>
          </p:nvPr>
        </p:nvSpPr>
        <p:spPr>
          <a:xfrm>
            <a:off x="3497250" y="3604475"/>
            <a:ext cx="21495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85" name="Google Shape;685;p26"/>
          <p:cNvSpPr txBox="1"/>
          <p:nvPr>
            <p:ph idx="5" type="subTitle"/>
          </p:nvPr>
        </p:nvSpPr>
        <p:spPr>
          <a:xfrm>
            <a:off x="6025005" y="2018672"/>
            <a:ext cx="21495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86" name="Google Shape;686;p26"/>
          <p:cNvSpPr txBox="1"/>
          <p:nvPr>
            <p:ph idx="6" type="subTitle"/>
          </p:nvPr>
        </p:nvSpPr>
        <p:spPr>
          <a:xfrm>
            <a:off x="6025005" y="3604475"/>
            <a:ext cx="21495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87" name="Google Shape;687;p26"/>
          <p:cNvSpPr txBox="1"/>
          <p:nvPr>
            <p:ph idx="7" type="subTitle"/>
          </p:nvPr>
        </p:nvSpPr>
        <p:spPr>
          <a:xfrm>
            <a:off x="970881" y="1552475"/>
            <a:ext cx="21468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8" name="Google Shape;688;p26"/>
          <p:cNvSpPr txBox="1"/>
          <p:nvPr>
            <p:ph idx="8" type="subTitle"/>
          </p:nvPr>
        </p:nvSpPr>
        <p:spPr>
          <a:xfrm>
            <a:off x="3498636" y="1552475"/>
            <a:ext cx="21468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9" name="Google Shape;689;p26"/>
          <p:cNvSpPr txBox="1"/>
          <p:nvPr>
            <p:ph idx="9" type="subTitle"/>
          </p:nvPr>
        </p:nvSpPr>
        <p:spPr>
          <a:xfrm>
            <a:off x="6026391" y="1552475"/>
            <a:ext cx="21468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0" name="Google Shape;690;p26"/>
          <p:cNvSpPr txBox="1"/>
          <p:nvPr>
            <p:ph idx="13" type="subTitle"/>
          </p:nvPr>
        </p:nvSpPr>
        <p:spPr>
          <a:xfrm>
            <a:off x="970881" y="3138276"/>
            <a:ext cx="21468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1" name="Google Shape;691;p26"/>
          <p:cNvSpPr txBox="1"/>
          <p:nvPr>
            <p:ph idx="14" type="subTitle"/>
          </p:nvPr>
        </p:nvSpPr>
        <p:spPr>
          <a:xfrm>
            <a:off x="3498636" y="3138276"/>
            <a:ext cx="21468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2" name="Google Shape;692;p26"/>
          <p:cNvSpPr txBox="1"/>
          <p:nvPr>
            <p:ph idx="15" type="subTitle"/>
          </p:nvPr>
        </p:nvSpPr>
        <p:spPr>
          <a:xfrm>
            <a:off x="6026391" y="3138276"/>
            <a:ext cx="21468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693" name="Shape 693"/>
        <p:cNvGrpSpPr/>
        <p:nvPr/>
      </p:nvGrpSpPr>
      <p:grpSpPr>
        <a:xfrm>
          <a:off x="0" y="0"/>
          <a:ext cx="0" cy="0"/>
          <a:chOff x="0" y="0"/>
          <a:chExt cx="0" cy="0"/>
        </a:xfrm>
      </p:grpSpPr>
      <p:grpSp>
        <p:nvGrpSpPr>
          <p:cNvPr id="694" name="Google Shape;694;p27"/>
          <p:cNvGrpSpPr/>
          <p:nvPr/>
        </p:nvGrpSpPr>
        <p:grpSpPr>
          <a:xfrm>
            <a:off x="0" y="0"/>
            <a:ext cx="9144000" cy="2564774"/>
            <a:chOff x="0" y="0"/>
            <a:chExt cx="9144000" cy="2564774"/>
          </a:xfrm>
        </p:grpSpPr>
        <p:pic>
          <p:nvPicPr>
            <p:cNvPr id="695" name="Google Shape;695;p27"/>
            <p:cNvPicPr preferRelativeResize="0"/>
            <p:nvPr/>
          </p:nvPicPr>
          <p:blipFill>
            <a:blip r:embed="rId2">
              <a:alphaModFix amt="64000"/>
            </a:blip>
            <a:stretch>
              <a:fillRect/>
            </a:stretch>
          </p:blipFill>
          <p:spPr>
            <a:xfrm>
              <a:off x="0" y="29250"/>
              <a:ext cx="959340" cy="869401"/>
            </a:xfrm>
            <a:prstGeom prst="rect">
              <a:avLst/>
            </a:prstGeom>
            <a:noFill/>
            <a:ln>
              <a:noFill/>
            </a:ln>
          </p:spPr>
        </p:pic>
        <p:pic>
          <p:nvPicPr>
            <p:cNvPr id="696" name="Google Shape;696;p27"/>
            <p:cNvPicPr preferRelativeResize="0"/>
            <p:nvPr/>
          </p:nvPicPr>
          <p:blipFill rotWithShape="1">
            <a:blip r:embed="rId2">
              <a:alphaModFix amt="37000"/>
            </a:blip>
            <a:srcRect b="35662" l="0" r="38279" t="0"/>
            <a:stretch/>
          </p:blipFill>
          <p:spPr>
            <a:xfrm flipH="1" rot="10800000">
              <a:off x="6429125" y="0"/>
              <a:ext cx="2714875" cy="2564774"/>
            </a:xfrm>
            <a:prstGeom prst="rect">
              <a:avLst/>
            </a:prstGeom>
            <a:noFill/>
            <a:ln>
              <a:noFill/>
            </a:ln>
          </p:spPr>
        </p:pic>
      </p:grpSp>
      <p:grpSp>
        <p:nvGrpSpPr>
          <p:cNvPr id="697" name="Google Shape;697;p27"/>
          <p:cNvGrpSpPr/>
          <p:nvPr/>
        </p:nvGrpSpPr>
        <p:grpSpPr>
          <a:xfrm>
            <a:off x="307577" y="261300"/>
            <a:ext cx="8549992" cy="4595775"/>
            <a:chOff x="579525" y="261300"/>
            <a:chExt cx="7980950" cy="4595775"/>
          </a:xfrm>
        </p:grpSpPr>
        <p:sp>
          <p:nvSpPr>
            <p:cNvPr id="698" name="Google Shape;698;p27"/>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699" name="Google Shape;699;p27"/>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700" name="Google Shape;700;p27"/>
          <p:cNvGrpSpPr/>
          <p:nvPr/>
        </p:nvGrpSpPr>
        <p:grpSpPr>
          <a:xfrm>
            <a:off x="1727190" y="180167"/>
            <a:ext cx="6289465" cy="4761342"/>
            <a:chOff x="1727190" y="180168"/>
            <a:chExt cx="6289465" cy="4761342"/>
          </a:xfrm>
        </p:grpSpPr>
        <p:grpSp>
          <p:nvGrpSpPr>
            <p:cNvPr id="701" name="Google Shape;701;p27"/>
            <p:cNvGrpSpPr/>
            <p:nvPr/>
          </p:nvGrpSpPr>
          <p:grpSpPr>
            <a:xfrm>
              <a:off x="1727190" y="4780230"/>
              <a:ext cx="971965" cy="161280"/>
              <a:chOff x="6413465" y="539505"/>
              <a:chExt cx="971965" cy="161280"/>
            </a:xfrm>
          </p:grpSpPr>
          <p:sp>
            <p:nvSpPr>
              <p:cNvPr id="702" name="Google Shape;702;p27"/>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27"/>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4" name="Google Shape;704;p27"/>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27"/>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06" name="Google Shape;706;p27"/>
            <p:cNvGrpSpPr/>
            <p:nvPr/>
          </p:nvGrpSpPr>
          <p:grpSpPr>
            <a:xfrm>
              <a:off x="7044690" y="180168"/>
              <a:ext cx="971965" cy="161280"/>
              <a:chOff x="6413465" y="539505"/>
              <a:chExt cx="971965" cy="161280"/>
            </a:xfrm>
          </p:grpSpPr>
          <p:sp>
            <p:nvSpPr>
              <p:cNvPr id="707" name="Google Shape;707;p27"/>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27"/>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27"/>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27"/>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11" name="Google Shape;711;p27"/>
          <p:cNvGrpSpPr/>
          <p:nvPr/>
        </p:nvGrpSpPr>
        <p:grpSpPr>
          <a:xfrm rot="10800000">
            <a:off x="8687530" y="3395678"/>
            <a:ext cx="204551" cy="1747810"/>
            <a:chOff x="1089587" y="-1610"/>
            <a:chExt cx="204551" cy="1747810"/>
          </a:xfrm>
        </p:grpSpPr>
        <p:sp>
          <p:nvSpPr>
            <p:cNvPr id="712" name="Google Shape;712;p27"/>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27"/>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4" name="Google Shape;714;p27"/>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27"/>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16" name="Google Shape;716;p2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717" name="Google Shape;717;p27"/>
          <p:cNvSpPr txBox="1"/>
          <p:nvPr>
            <p:ph idx="1" type="subTitle"/>
          </p:nvPr>
        </p:nvSpPr>
        <p:spPr>
          <a:xfrm>
            <a:off x="726875" y="2018672"/>
            <a:ext cx="22053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18" name="Google Shape;718;p27"/>
          <p:cNvSpPr txBox="1"/>
          <p:nvPr>
            <p:ph idx="2" type="subTitle"/>
          </p:nvPr>
        </p:nvSpPr>
        <p:spPr>
          <a:xfrm>
            <a:off x="3476275" y="2018672"/>
            <a:ext cx="22053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19" name="Google Shape;719;p27"/>
          <p:cNvSpPr txBox="1"/>
          <p:nvPr>
            <p:ph idx="3" type="subTitle"/>
          </p:nvPr>
        </p:nvSpPr>
        <p:spPr>
          <a:xfrm>
            <a:off x="2101575" y="3604475"/>
            <a:ext cx="22053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20" name="Google Shape;720;p27"/>
          <p:cNvSpPr txBox="1"/>
          <p:nvPr>
            <p:ph idx="4" type="subTitle"/>
          </p:nvPr>
        </p:nvSpPr>
        <p:spPr>
          <a:xfrm>
            <a:off x="4850975" y="3604475"/>
            <a:ext cx="22053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21" name="Google Shape;721;p27"/>
          <p:cNvSpPr txBox="1"/>
          <p:nvPr>
            <p:ph idx="5" type="subTitle"/>
          </p:nvPr>
        </p:nvSpPr>
        <p:spPr>
          <a:xfrm>
            <a:off x="6225675" y="2018672"/>
            <a:ext cx="22053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22" name="Google Shape;722;p27"/>
          <p:cNvSpPr txBox="1"/>
          <p:nvPr>
            <p:ph idx="6" type="subTitle"/>
          </p:nvPr>
        </p:nvSpPr>
        <p:spPr>
          <a:xfrm>
            <a:off x="728297" y="1552475"/>
            <a:ext cx="2202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3" name="Google Shape;723;p27"/>
          <p:cNvSpPr txBox="1"/>
          <p:nvPr>
            <p:ph idx="7" type="subTitle"/>
          </p:nvPr>
        </p:nvSpPr>
        <p:spPr>
          <a:xfrm>
            <a:off x="3477697" y="1552475"/>
            <a:ext cx="2202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4" name="Google Shape;724;p27"/>
          <p:cNvSpPr txBox="1"/>
          <p:nvPr>
            <p:ph idx="8" type="subTitle"/>
          </p:nvPr>
        </p:nvSpPr>
        <p:spPr>
          <a:xfrm>
            <a:off x="6227097" y="1552475"/>
            <a:ext cx="2202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5" name="Google Shape;725;p27"/>
          <p:cNvSpPr txBox="1"/>
          <p:nvPr>
            <p:ph idx="9" type="subTitle"/>
          </p:nvPr>
        </p:nvSpPr>
        <p:spPr>
          <a:xfrm>
            <a:off x="2102997" y="3138276"/>
            <a:ext cx="2202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6" name="Google Shape;726;p27"/>
          <p:cNvSpPr txBox="1"/>
          <p:nvPr>
            <p:ph idx="13" type="subTitle"/>
          </p:nvPr>
        </p:nvSpPr>
        <p:spPr>
          <a:xfrm>
            <a:off x="4852397" y="3138276"/>
            <a:ext cx="2202000" cy="46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1800">
                <a:solidFill>
                  <a:schemeClr val="dk1"/>
                </a:solidFill>
                <a:latin typeface="Albert Sans ExtraBold"/>
                <a:ea typeface="Albert Sans ExtraBold"/>
                <a:cs typeface="Albert Sans ExtraBold"/>
                <a:sym typeface="Albert Sa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727" name="Shape 727"/>
        <p:cNvGrpSpPr/>
        <p:nvPr/>
      </p:nvGrpSpPr>
      <p:grpSpPr>
        <a:xfrm>
          <a:off x="0" y="0"/>
          <a:ext cx="0" cy="0"/>
          <a:chOff x="0" y="0"/>
          <a:chExt cx="0" cy="0"/>
        </a:xfrm>
      </p:grpSpPr>
      <p:grpSp>
        <p:nvGrpSpPr>
          <p:cNvPr id="728" name="Google Shape;728;p28"/>
          <p:cNvGrpSpPr/>
          <p:nvPr/>
        </p:nvGrpSpPr>
        <p:grpSpPr>
          <a:xfrm>
            <a:off x="0" y="0"/>
            <a:ext cx="9144002" cy="5143499"/>
            <a:chOff x="0" y="0"/>
            <a:chExt cx="9144002" cy="5143499"/>
          </a:xfrm>
        </p:grpSpPr>
        <p:pic>
          <p:nvPicPr>
            <p:cNvPr id="729" name="Google Shape;729;p28"/>
            <p:cNvPicPr preferRelativeResize="0"/>
            <p:nvPr/>
          </p:nvPicPr>
          <p:blipFill>
            <a:blip r:embed="rId2">
              <a:alphaModFix amt="64000"/>
            </a:blip>
            <a:stretch>
              <a:fillRect/>
            </a:stretch>
          </p:blipFill>
          <p:spPr>
            <a:xfrm flipH="1" rot="10800000">
              <a:off x="7899750" y="4015901"/>
              <a:ext cx="1244252" cy="1127599"/>
            </a:xfrm>
            <a:prstGeom prst="rect">
              <a:avLst/>
            </a:prstGeom>
            <a:noFill/>
            <a:ln>
              <a:noFill/>
            </a:ln>
          </p:spPr>
        </p:pic>
        <p:pic>
          <p:nvPicPr>
            <p:cNvPr id="730" name="Google Shape;730;p28"/>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grpSp>
        <p:nvGrpSpPr>
          <p:cNvPr id="731" name="Google Shape;731;p28"/>
          <p:cNvGrpSpPr/>
          <p:nvPr/>
        </p:nvGrpSpPr>
        <p:grpSpPr>
          <a:xfrm>
            <a:off x="307577" y="261300"/>
            <a:ext cx="8549992" cy="4595775"/>
            <a:chOff x="579525" y="261300"/>
            <a:chExt cx="7980950" cy="4595775"/>
          </a:xfrm>
        </p:grpSpPr>
        <p:sp>
          <p:nvSpPr>
            <p:cNvPr id="732" name="Google Shape;732;p28"/>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733" name="Google Shape;733;p28"/>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734" name="Google Shape;734;p28"/>
          <p:cNvGrpSpPr/>
          <p:nvPr/>
        </p:nvGrpSpPr>
        <p:grpSpPr>
          <a:xfrm>
            <a:off x="223258" y="1854600"/>
            <a:ext cx="2475898" cy="3086910"/>
            <a:chOff x="223258" y="1854600"/>
            <a:chExt cx="2475898" cy="3086910"/>
          </a:xfrm>
        </p:grpSpPr>
        <p:grpSp>
          <p:nvGrpSpPr>
            <p:cNvPr id="735" name="Google Shape;735;p28"/>
            <p:cNvGrpSpPr/>
            <p:nvPr/>
          </p:nvGrpSpPr>
          <p:grpSpPr>
            <a:xfrm>
              <a:off x="1727190" y="4780230"/>
              <a:ext cx="971965" cy="161280"/>
              <a:chOff x="6413465" y="539505"/>
              <a:chExt cx="971965" cy="161280"/>
            </a:xfrm>
          </p:grpSpPr>
          <p:sp>
            <p:nvSpPr>
              <p:cNvPr id="736" name="Google Shape;736;p28"/>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7" name="Google Shape;737;p28"/>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8" name="Google Shape;738;p28"/>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9" name="Google Shape;739;p28"/>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0" name="Google Shape;740;p28"/>
            <p:cNvGrpSpPr/>
            <p:nvPr/>
          </p:nvGrpSpPr>
          <p:grpSpPr>
            <a:xfrm flipH="1" rot="-5400000">
              <a:off x="-182085" y="2259943"/>
              <a:ext cx="971965" cy="161280"/>
              <a:chOff x="6413465" y="539505"/>
              <a:chExt cx="971965" cy="161280"/>
            </a:xfrm>
          </p:grpSpPr>
          <p:sp>
            <p:nvSpPr>
              <p:cNvPr id="741" name="Google Shape;741;p28"/>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28"/>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3" name="Google Shape;743;p28"/>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4" name="Google Shape;744;p28"/>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45" name="Google Shape;745;p2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grpSp>
        <p:nvGrpSpPr>
          <p:cNvPr id="746" name="Google Shape;746;p28"/>
          <p:cNvGrpSpPr/>
          <p:nvPr/>
        </p:nvGrpSpPr>
        <p:grpSpPr>
          <a:xfrm>
            <a:off x="148226" y="-1686"/>
            <a:ext cx="328412" cy="1857425"/>
            <a:chOff x="965726" y="-1686"/>
            <a:chExt cx="328412" cy="1857425"/>
          </a:xfrm>
        </p:grpSpPr>
        <p:sp>
          <p:nvSpPr>
            <p:cNvPr id="747" name="Google Shape;747;p28"/>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8" name="Google Shape;748;p28"/>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9" name="Google Shape;749;p28"/>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0" name="Google Shape;750;p28"/>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1" name="Google Shape;751;p28"/>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752" name="Shape 752"/>
        <p:cNvGrpSpPr/>
        <p:nvPr/>
      </p:nvGrpSpPr>
      <p:grpSpPr>
        <a:xfrm>
          <a:off x="0" y="0"/>
          <a:ext cx="0" cy="0"/>
          <a:chOff x="0" y="0"/>
          <a:chExt cx="0" cy="0"/>
        </a:xfrm>
      </p:grpSpPr>
      <p:grpSp>
        <p:nvGrpSpPr>
          <p:cNvPr id="753" name="Google Shape;753;p29"/>
          <p:cNvGrpSpPr/>
          <p:nvPr/>
        </p:nvGrpSpPr>
        <p:grpSpPr>
          <a:xfrm flipH="1" rot="10800000">
            <a:off x="0" y="0"/>
            <a:ext cx="9144002" cy="5143499"/>
            <a:chOff x="0" y="0"/>
            <a:chExt cx="9144002" cy="5143499"/>
          </a:xfrm>
        </p:grpSpPr>
        <p:pic>
          <p:nvPicPr>
            <p:cNvPr id="754" name="Google Shape;754;p29"/>
            <p:cNvPicPr preferRelativeResize="0"/>
            <p:nvPr/>
          </p:nvPicPr>
          <p:blipFill>
            <a:blip r:embed="rId2">
              <a:alphaModFix amt="64000"/>
            </a:blip>
            <a:stretch>
              <a:fillRect/>
            </a:stretch>
          </p:blipFill>
          <p:spPr>
            <a:xfrm flipH="1" rot="10800000">
              <a:off x="7899750" y="4015901"/>
              <a:ext cx="1244252" cy="1127599"/>
            </a:xfrm>
            <a:prstGeom prst="rect">
              <a:avLst/>
            </a:prstGeom>
            <a:noFill/>
            <a:ln>
              <a:noFill/>
            </a:ln>
          </p:spPr>
        </p:pic>
        <p:pic>
          <p:nvPicPr>
            <p:cNvPr id="755" name="Google Shape;755;p29"/>
            <p:cNvPicPr preferRelativeResize="0"/>
            <p:nvPr/>
          </p:nvPicPr>
          <p:blipFill rotWithShape="1">
            <a:blip r:embed="rId2">
              <a:alphaModFix amt="37000"/>
            </a:blip>
            <a:srcRect b="35662" l="0" r="38279" t="0"/>
            <a:stretch/>
          </p:blipFill>
          <p:spPr>
            <a:xfrm flipH="1" rot="5400000">
              <a:off x="-75050" y="75050"/>
              <a:ext cx="2714875" cy="2564774"/>
            </a:xfrm>
            <a:prstGeom prst="rect">
              <a:avLst/>
            </a:prstGeom>
            <a:noFill/>
            <a:ln>
              <a:noFill/>
            </a:ln>
          </p:spPr>
        </p:pic>
      </p:grpSp>
      <p:grpSp>
        <p:nvGrpSpPr>
          <p:cNvPr id="756" name="Google Shape;756;p29"/>
          <p:cNvGrpSpPr/>
          <p:nvPr/>
        </p:nvGrpSpPr>
        <p:grpSpPr>
          <a:xfrm>
            <a:off x="307577" y="261300"/>
            <a:ext cx="8549992" cy="4595775"/>
            <a:chOff x="579525" y="261300"/>
            <a:chExt cx="7980950" cy="4595775"/>
          </a:xfrm>
        </p:grpSpPr>
        <p:sp>
          <p:nvSpPr>
            <p:cNvPr id="757" name="Google Shape;757;p29"/>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758" name="Google Shape;758;p29"/>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759" name="Google Shape;759;p29"/>
          <p:cNvGrpSpPr/>
          <p:nvPr/>
        </p:nvGrpSpPr>
        <p:grpSpPr>
          <a:xfrm>
            <a:off x="1727190" y="1854600"/>
            <a:ext cx="7212384" cy="3086910"/>
            <a:chOff x="1727190" y="1854600"/>
            <a:chExt cx="7212384" cy="3086910"/>
          </a:xfrm>
        </p:grpSpPr>
        <p:grpSp>
          <p:nvGrpSpPr>
            <p:cNvPr id="760" name="Google Shape;760;p29"/>
            <p:cNvGrpSpPr/>
            <p:nvPr/>
          </p:nvGrpSpPr>
          <p:grpSpPr>
            <a:xfrm flipH="1">
              <a:off x="1727190" y="4780230"/>
              <a:ext cx="971965" cy="161280"/>
              <a:chOff x="6413465" y="539505"/>
              <a:chExt cx="971965" cy="161280"/>
            </a:xfrm>
          </p:grpSpPr>
          <p:sp>
            <p:nvSpPr>
              <p:cNvPr id="761" name="Google Shape;761;p29"/>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2" name="Google Shape;762;p29"/>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3" name="Google Shape;763;p29"/>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4" name="Google Shape;764;p29"/>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65" name="Google Shape;765;p29"/>
            <p:cNvGrpSpPr/>
            <p:nvPr/>
          </p:nvGrpSpPr>
          <p:grpSpPr>
            <a:xfrm flipH="1" rot="-5400000">
              <a:off x="8372951" y="2259943"/>
              <a:ext cx="971965" cy="161280"/>
              <a:chOff x="6413465" y="530766"/>
              <a:chExt cx="971965" cy="161280"/>
            </a:xfrm>
          </p:grpSpPr>
          <p:sp>
            <p:nvSpPr>
              <p:cNvPr id="766" name="Google Shape;766;p29"/>
              <p:cNvSpPr/>
              <p:nvPr/>
            </p:nvSpPr>
            <p:spPr>
              <a:xfrm>
                <a:off x="7286403" y="530766"/>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7" name="Google Shape;767;p29"/>
              <p:cNvSpPr/>
              <p:nvPr/>
            </p:nvSpPr>
            <p:spPr>
              <a:xfrm>
                <a:off x="6995146" y="530766"/>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8" name="Google Shape;768;p29"/>
              <p:cNvSpPr/>
              <p:nvPr/>
            </p:nvSpPr>
            <p:spPr>
              <a:xfrm>
                <a:off x="6703889" y="530766"/>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29"/>
              <p:cNvSpPr/>
              <p:nvPr/>
            </p:nvSpPr>
            <p:spPr>
              <a:xfrm>
                <a:off x="6413465" y="530766"/>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70" name="Google Shape;770;p2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grpSp>
        <p:nvGrpSpPr>
          <p:cNvPr id="771" name="Google Shape;771;p29"/>
          <p:cNvGrpSpPr/>
          <p:nvPr/>
        </p:nvGrpSpPr>
        <p:grpSpPr>
          <a:xfrm rot="10800000">
            <a:off x="8694501" y="3286064"/>
            <a:ext cx="328412" cy="1857425"/>
            <a:chOff x="965726" y="-1686"/>
            <a:chExt cx="328412" cy="1857425"/>
          </a:xfrm>
        </p:grpSpPr>
        <p:sp>
          <p:nvSpPr>
            <p:cNvPr id="772" name="Google Shape;772;p29"/>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3" name="Google Shape;773;p29"/>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4" name="Google Shape;774;p29"/>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5" name="Google Shape;775;p29"/>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6" name="Google Shape;776;p29"/>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77" name="Shape 777"/>
        <p:cNvGrpSpPr/>
        <p:nvPr/>
      </p:nvGrpSpPr>
      <p:grpSpPr>
        <a:xfrm>
          <a:off x="0" y="0"/>
          <a:ext cx="0" cy="0"/>
          <a:chOff x="0" y="0"/>
          <a:chExt cx="0" cy="0"/>
        </a:xfrm>
      </p:grpSpPr>
      <p:pic>
        <p:nvPicPr>
          <p:cNvPr id="778" name="Google Shape;778;p30"/>
          <p:cNvPicPr preferRelativeResize="0"/>
          <p:nvPr/>
        </p:nvPicPr>
        <p:blipFill>
          <a:blip r:embed="rId2">
            <a:alphaModFix amt="64000"/>
          </a:blip>
          <a:stretch>
            <a:fillRect/>
          </a:stretch>
        </p:blipFill>
        <p:spPr>
          <a:xfrm>
            <a:off x="7899750" y="0"/>
            <a:ext cx="1244252" cy="1127599"/>
          </a:xfrm>
          <a:prstGeom prst="rect">
            <a:avLst/>
          </a:prstGeom>
          <a:noFill/>
          <a:ln>
            <a:noFill/>
          </a:ln>
        </p:spPr>
      </p:pic>
      <p:pic>
        <p:nvPicPr>
          <p:cNvPr id="779" name="Google Shape;779;p30"/>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grpSp>
        <p:nvGrpSpPr>
          <p:cNvPr id="780" name="Google Shape;780;p30"/>
          <p:cNvGrpSpPr/>
          <p:nvPr/>
        </p:nvGrpSpPr>
        <p:grpSpPr>
          <a:xfrm>
            <a:off x="579525" y="261300"/>
            <a:ext cx="7980950" cy="4595775"/>
            <a:chOff x="579525" y="261300"/>
            <a:chExt cx="7980950" cy="4595775"/>
          </a:xfrm>
        </p:grpSpPr>
        <p:sp>
          <p:nvSpPr>
            <p:cNvPr id="781" name="Google Shape;781;p30"/>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782" name="Google Shape;782;p30"/>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783" name="Google Shape;783;p30"/>
          <p:cNvGrpSpPr/>
          <p:nvPr/>
        </p:nvGrpSpPr>
        <p:grpSpPr>
          <a:xfrm rot="-5400000">
            <a:off x="8071376" y="2478542"/>
            <a:ext cx="971965" cy="161280"/>
            <a:chOff x="6413465" y="539505"/>
            <a:chExt cx="971965" cy="161280"/>
          </a:xfrm>
        </p:grpSpPr>
        <p:sp>
          <p:nvSpPr>
            <p:cNvPr id="784" name="Google Shape;784;p30"/>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5" name="Google Shape;785;p30"/>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6" name="Google Shape;786;p30"/>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7" name="Google Shape;787;p30"/>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8" name="Google Shape;788;p30"/>
          <p:cNvGrpSpPr/>
          <p:nvPr/>
        </p:nvGrpSpPr>
        <p:grpSpPr>
          <a:xfrm flipH="1">
            <a:off x="227240" y="458868"/>
            <a:ext cx="971965" cy="161280"/>
            <a:chOff x="6413465" y="539505"/>
            <a:chExt cx="971965" cy="161280"/>
          </a:xfrm>
        </p:grpSpPr>
        <p:sp>
          <p:nvSpPr>
            <p:cNvPr id="789" name="Google Shape;789;p30"/>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30"/>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30"/>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30"/>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93" name="Google Shape;793;p30"/>
          <p:cNvSpPr txBox="1"/>
          <p:nvPr>
            <p:ph hasCustomPrompt="1" type="title"/>
          </p:nvPr>
        </p:nvSpPr>
        <p:spPr>
          <a:xfrm>
            <a:off x="1279494" y="629975"/>
            <a:ext cx="3808500" cy="768900"/>
          </a:xfrm>
          <a:prstGeom prst="rect">
            <a:avLst/>
          </a:prstGeom>
          <a:solidFill>
            <a:srgbClr val="21DFD8">
              <a:alpha val="21520"/>
            </a:srgbClr>
          </a:solid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atin typeface="Albert Sans Light"/>
                <a:ea typeface="Albert Sans Light"/>
                <a:cs typeface="Albert Sans Light"/>
                <a:sym typeface="Albert Sans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4" name="Google Shape;794;p30"/>
          <p:cNvSpPr txBox="1"/>
          <p:nvPr>
            <p:ph idx="1" type="subTitle"/>
          </p:nvPr>
        </p:nvSpPr>
        <p:spPr>
          <a:xfrm>
            <a:off x="1279494" y="1387974"/>
            <a:ext cx="3808500" cy="37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795" name="Google Shape;795;p30"/>
          <p:cNvSpPr txBox="1"/>
          <p:nvPr>
            <p:ph hasCustomPrompt="1" idx="2" type="title"/>
          </p:nvPr>
        </p:nvSpPr>
        <p:spPr>
          <a:xfrm>
            <a:off x="4056006" y="2003879"/>
            <a:ext cx="3808500" cy="768900"/>
          </a:xfrm>
          <a:prstGeom prst="rect">
            <a:avLst/>
          </a:prstGeom>
          <a:solidFill>
            <a:srgbClr val="21DFD8">
              <a:alpha val="21520"/>
            </a:srgbClr>
          </a:solid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latin typeface="Albert Sans Light"/>
                <a:ea typeface="Albert Sans Light"/>
                <a:cs typeface="Albert Sans Light"/>
                <a:sym typeface="Albert Sans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6" name="Google Shape;796;p30"/>
          <p:cNvSpPr txBox="1"/>
          <p:nvPr>
            <p:ph idx="3" type="subTitle"/>
          </p:nvPr>
        </p:nvSpPr>
        <p:spPr>
          <a:xfrm>
            <a:off x="4056006" y="2764450"/>
            <a:ext cx="3808500" cy="37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797" name="Google Shape;797;p30"/>
          <p:cNvSpPr txBox="1"/>
          <p:nvPr>
            <p:ph hasCustomPrompt="1" idx="4" type="title"/>
          </p:nvPr>
        </p:nvSpPr>
        <p:spPr>
          <a:xfrm>
            <a:off x="1279494" y="3377783"/>
            <a:ext cx="3808500" cy="768900"/>
          </a:xfrm>
          <a:prstGeom prst="rect">
            <a:avLst/>
          </a:prstGeom>
          <a:solidFill>
            <a:srgbClr val="21DFD8">
              <a:alpha val="21520"/>
            </a:srgbClr>
          </a:solid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atin typeface="Albert Sans Light"/>
                <a:ea typeface="Albert Sans Light"/>
                <a:cs typeface="Albert Sans Light"/>
                <a:sym typeface="Albert Sans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8" name="Google Shape;798;p30"/>
          <p:cNvSpPr txBox="1"/>
          <p:nvPr>
            <p:ph idx="5" type="subTitle"/>
          </p:nvPr>
        </p:nvSpPr>
        <p:spPr>
          <a:xfrm>
            <a:off x="1279494" y="4140925"/>
            <a:ext cx="3808500" cy="37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799" name="Google Shape;799;p30"/>
          <p:cNvGrpSpPr/>
          <p:nvPr/>
        </p:nvGrpSpPr>
        <p:grpSpPr>
          <a:xfrm>
            <a:off x="183778" y="3045177"/>
            <a:ext cx="261257" cy="2098368"/>
            <a:chOff x="221120" y="-9"/>
            <a:chExt cx="454360" cy="3595559"/>
          </a:xfrm>
        </p:grpSpPr>
        <p:sp>
          <p:nvSpPr>
            <p:cNvPr id="800" name="Google Shape;800;p30"/>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1" name="Google Shape;801;p30"/>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30"/>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3" name="Google Shape;803;p30"/>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4" name="Google Shape;804;p30"/>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5" name="Google Shape;805;p30"/>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6" name="Google Shape;806;p30"/>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7" name="Google Shape;807;p30"/>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8" name="Google Shape;808;p30"/>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9" name="Google Shape;809;p30"/>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0" name="Google Shape;810;p30"/>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1" name="Google Shape;811;p30"/>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2" name="Google Shape;812;p30"/>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13" name="Shape 813"/>
        <p:cNvGrpSpPr/>
        <p:nvPr/>
      </p:nvGrpSpPr>
      <p:grpSpPr>
        <a:xfrm>
          <a:off x="0" y="0"/>
          <a:ext cx="0" cy="0"/>
          <a:chOff x="0" y="0"/>
          <a:chExt cx="0" cy="0"/>
        </a:xfrm>
      </p:grpSpPr>
      <p:grpSp>
        <p:nvGrpSpPr>
          <p:cNvPr id="814" name="Google Shape;814;p31"/>
          <p:cNvGrpSpPr/>
          <p:nvPr/>
        </p:nvGrpSpPr>
        <p:grpSpPr>
          <a:xfrm>
            <a:off x="579525" y="261300"/>
            <a:ext cx="7980950" cy="4595775"/>
            <a:chOff x="579525" y="261300"/>
            <a:chExt cx="7980950" cy="4595775"/>
          </a:xfrm>
        </p:grpSpPr>
        <p:sp>
          <p:nvSpPr>
            <p:cNvPr id="815" name="Google Shape;815;p31"/>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816" name="Google Shape;816;p31"/>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817" name="Google Shape;817;p31"/>
          <p:cNvGrpSpPr/>
          <p:nvPr/>
        </p:nvGrpSpPr>
        <p:grpSpPr>
          <a:xfrm>
            <a:off x="1727190" y="4442730"/>
            <a:ext cx="971965" cy="161280"/>
            <a:chOff x="6413465" y="539505"/>
            <a:chExt cx="971965" cy="161280"/>
          </a:xfrm>
        </p:grpSpPr>
        <p:sp>
          <p:nvSpPr>
            <p:cNvPr id="818" name="Google Shape;818;p31"/>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9" name="Google Shape;819;p31"/>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0" name="Google Shape;820;p31"/>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1" name="Google Shape;821;p31"/>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2" name="Google Shape;822;p31"/>
          <p:cNvGrpSpPr/>
          <p:nvPr/>
        </p:nvGrpSpPr>
        <p:grpSpPr>
          <a:xfrm>
            <a:off x="8730053" y="6"/>
            <a:ext cx="261257" cy="5143447"/>
            <a:chOff x="221120" y="-9"/>
            <a:chExt cx="454360" cy="3595559"/>
          </a:xfrm>
        </p:grpSpPr>
        <p:sp>
          <p:nvSpPr>
            <p:cNvPr id="823" name="Google Shape;823;p31"/>
            <p:cNvSpPr/>
            <p:nvPr/>
          </p:nvSpPr>
          <p:spPr>
            <a:xfrm>
              <a:off x="667991" y="-9"/>
              <a:ext cx="7489" cy="3594728"/>
            </a:xfrm>
            <a:custGeom>
              <a:rect b="b" l="l" r="r" t="t"/>
              <a:pathLst>
                <a:path extrusionOk="0" h="3594728" w="7489">
                  <a:moveTo>
                    <a:pt x="0" y="0"/>
                  </a:moveTo>
                  <a:lnTo>
                    <a:pt x="7490" y="0"/>
                  </a:lnTo>
                  <a:lnTo>
                    <a:pt x="7490"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4" name="Google Shape;824;p31"/>
            <p:cNvSpPr/>
            <p:nvPr/>
          </p:nvSpPr>
          <p:spPr>
            <a:xfrm>
              <a:off x="581446" y="-9"/>
              <a:ext cx="7489" cy="1304377"/>
            </a:xfrm>
            <a:custGeom>
              <a:rect b="b" l="l" r="r" t="t"/>
              <a:pathLst>
                <a:path extrusionOk="0" h="1304377" w="7489">
                  <a:moveTo>
                    <a:pt x="0" y="0"/>
                  </a:moveTo>
                  <a:lnTo>
                    <a:pt x="7489" y="0"/>
                  </a:lnTo>
                  <a:lnTo>
                    <a:pt x="7489" y="1304378"/>
                  </a:lnTo>
                  <a:lnTo>
                    <a:pt x="0" y="130437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5" name="Google Shape;825;p31"/>
            <p:cNvSpPr/>
            <p:nvPr/>
          </p:nvSpPr>
          <p:spPr>
            <a:xfrm>
              <a:off x="581446" y="1467312"/>
              <a:ext cx="7489" cy="762341"/>
            </a:xfrm>
            <a:custGeom>
              <a:rect b="b" l="l" r="r" t="t"/>
              <a:pathLst>
                <a:path extrusionOk="0" h="762341" w="7489">
                  <a:moveTo>
                    <a:pt x="0" y="0"/>
                  </a:moveTo>
                  <a:lnTo>
                    <a:pt x="7489" y="0"/>
                  </a:lnTo>
                  <a:lnTo>
                    <a:pt x="7489" y="762342"/>
                  </a:lnTo>
                  <a:lnTo>
                    <a:pt x="0" y="76234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6" name="Google Shape;826;p31"/>
            <p:cNvSpPr/>
            <p:nvPr/>
          </p:nvSpPr>
          <p:spPr>
            <a:xfrm>
              <a:off x="581446" y="2411718"/>
              <a:ext cx="7489" cy="1183001"/>
            </a:xfrm>
            <a:custGeom>
              <a:rect b="b" l="l" r="r" t="t"/>
              <a:pathLst>
                <a:path extrusionOk="0" h="1183001" w="7489">
                  <a:moveTo>
                    <a:pt x="0" y="0"/>
                  </a:moveTo>
                  <a:lnTo>
                    <a:pt x="7489" y="0"/>
                  </a:lnTo>
                  <a:lnTo>
                    <a:pt x="7489" y="1183002"/>
                  </a:lnTo>
                  <a:lnTo>
                    <a:pt x="0" y="118300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7" name="Google Shape;827;p31"/>
            <p:cNvSpPr/>
            <p:nvPr/>
          </p:nvSpPr>
          <p:spPr>
            <a:xfrm>
              <a:off x="504887" y="-9"/>
              <a:ext cx="7489" cy="1833943"/>
            </a:xfrm>
            <a:custGeom>
              <a:rect b="b" l="l" r="r" t="t"/>
              <a:pathLst>
                <a:path extrusionOk="0" h="1833943" w="7489">
                  <a:moveTo>
                    <a:pt x="0" y="0"/>
                  </a:moveTo>
                  <a:lnTo>
                    <a:pt x="7490" y="0"/>
                  </a:lnTo>
                  <a:lnTo>
                    <a:pt x="7490" y="1833943"/>
                  </a:lnTo>
                  <a:lnTo>
                    <a:pt x="0" y="183394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8" name="Google Shape;828;p31"/>
            <p:cNvSpPr/>
            <p:nvPr/>
          </p:nvSpPr>
          <p:spPr>
            <a:xfrm>
              <a:off x="504887" y="2066710"/>
              <a:ext cx="7489" cy="1528840"/>
            </a:xfrm>
            <a:custGeom>
              <a:rect b="b" l="l" r="r" t="t"/>
              <a:pathLst>
                <a:path extrusionOk="0" h="1528840" w="7489">
                  <a:moveTo>
                    <a:pt x="0" y="0"/>
                  </a:moveTo>
                  <a:lnTo>
                    <a:pt x="7490" y="0"/>
                  </a:lnTo>
                  <a:lnTo>
                    <a:pt x="7490" y="1528840"/>
                  </a:lnTo>
                  <a:lnTo>
                    <a:pt x="0" y="15288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9" name="Google Shape;829;p31"/>
            <p:cNvSpPr/>
            <p:nvPr/>
          </p:nvSpPr>
          <p:spPr>
            <a:xfrm>
              <a:off x="442475" y="-9"/>
              <a:ext cx="7489" cy="1054974"/>
            </a:xfrm>
            <a:custGeom>
              <a:rect b="b" l="l" r="r" t="t"/>
              <a:pathLst>
                <a:path extrusionOk="0" h="1054974" w="7489">
                  <a:moveTo>
                    <a:pt x="0" y="0"/>
                  </a:moveTo>
                  <a:lnTo>
                    <a:pt x="7490" y="0"/>
                  </a:lnTo>
                  <a:lnTo>
                    <a:pt x="7490" y="1054975"/>
                  </a:lnTo>
                  <a:lnTo>
                    <a:pt x="0" y="10549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0" name="Google Shape;830;p31"/>
            <p:cNvSpPr/>
            <p:nvPr/>
          </p:nvSpPr>
          <p:spPr>
            <a:xfrm>
              <a:off x="442475" y="1266127"/>
              <a:ext cx="7489" cy="2328592"/>
            </a:xfrm>
            <a:custGeom>
              <a:rect b="b" l="l" r="r" t="t"/>
              <a:pathLst>
                <a:path extrusionOk="0" h="2328592" w="7489">
                  <a:moveTo>
                    <a:pt x="0" y="0"/>
                  </a:moveTo>
                  <a:lnTo>
                    <a:pt x="7490" y="0"/>
                  </a:lnTo>
                  <a:lnTo>
                    <a:pt x="7490" y="2328593"/>
                  </a:lnTo>
                  <a:lnTo>
                    <a:pt x="0" y="232859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31"/>
            <p:cNvSpPr/>
            <p:nvPr/>
          </p:nvSpPr>
          <p:spPr>
            <a:xfrm>
              <a:off x="371741" y="-9"/>
              <a:ext cx="7489" cy="2570513"/>
            </a:xfrm>
            <a:custGeom>
              <a:rect b="b" l="l" r="r" t="t"/>
              <a:pathLst>
                <a:path extrusionOk="0" h="2570513" w="7489">
                  <a:moveTo>
                    <a:pt x="0" y="0"/>
                  </a:moveTo>
                  <a:lnTo>
                    <a:pt x="7490" y="0"/>
                  </a:lnTo>
                  <a:lnTo>
                    <a:pt x="7490" y="2570514"/>
                  </a:lnTo>
                  <a:lnTo>
                    <a:pt x="0" y="257051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31"/>
            <p:cNvSpPr/>
            <p:nvPr/>
          </p:nvSpPr>
          <p:spPr>
            <a:xfrm>
              <a:off x="371741" y="2829052"/>
              <a:ext cx="7489" cy="766498"/>
            </a:xfrm>
            <a:custGeom>
              <a:rect b="b" l="l" r="r" t="t"/>
              <a:pathLst>
                <a:path extrusionOk="0" h="766498" w="7489">
                  <a:moveTo>
                    <a:pt x="0" y="0"/>
                  </a:moveTo>
                  <a:lnTo>
                    <a:pt x="7490" y="0"/>
                  </a:lnTo>
                  <a:lnTo>
                    <a:pt x="7490" y="766499"/>
                  </a:lnTo>
                  <a:lnTo>
                    <a:pt x="0" y="76649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31"/>
            <p:cNvSpPr/>
            <p:nvPr/>
          </p:nvSpPr>
          <p:spPr>
            <a:xfrm>
              <a:off x="288525" y="-9"/>
              <a:ext cx="7489" cy="1514707"/>
            </a:xfrm>
            <a:custGeom>
              <a:rect b="b" l="l" r="r" t="t"/>
              <a:pathLst>
                <a:path extrusionOk="0" h="1514707" w="7489">
                  <a:moveTo>
                    <a:pt x="0" y="0"/>
                  </a:moveTo>
                  <a:lnTo>
                    <a:pt x="7489" y="0"/>
                  </a:lnTo>
                  <a:lnTo>
                    <a:pt x="7489" y="1514708"/>
                  </a:lnTo>
                  <a:lnTo>
                    <a:pt x="0" y="151470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4" name="Google Shape;834;p31"/>
            <p:cNvSpPr/>
            <p:nvPr/>
          </p:nvSpPr>
          <p:spPr>
            <a:xfrm>
              <a:off x="288525" y="1874670"/>
              <a:ext cx="7489" cy="1720049"/>
            </a:xfrm>
            <a:custGeom>
              <a:rect b="b" l="l" r="r" t="t"/>
              <a:pathLst>
                <a:path extrusionOk="0" h="1720049" w="7489">
                  <a:moveTo>
                    <a:pt x="0" y="0"/>
                  </a:moveTo>
                  <a:lnTo>
                    <a:pt x="7489" y="0"/>
                  </a:lnTo>
                  <a:lnTo>
                    <a:pt x="7489" y="1720049"/>
                  </a:lnTo>
                  <a:lnTo>
                    <a:pt x="0" y="172004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5" name="Google Shape;835;p31"/>
            <p:cNvSpPr/>
            <p:nvPr/>
          </p:nvSpPr>
          <p:spPr>
            <a:xfrm>
              <a:off x="221120" y="-9"/>
              <a:ext cx="7489" cy="3594728"/>
            </a:xfrm>
            <a:custGeom>
              <a:rect b="b" l="l" r="r" t="t"/>
              <a:pathLst>
                <a:path extrusionOk="0" h="3594728" w="7489">
                  <a:moveTo>
                    <a:pt x="0" y="0"/>
                  </a:moveTo>
                  <a:lnTo>
                    <a:pt x="7489" y="0"/>
                  </a:lnTo>
                  <a:lnTo>
                    <a:pt x="7489" y="3594728"/>
                  </a:lnTo>
                  <a:lnTo>
                    <a:pt x="0" y="359472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36" name="Google Shape;836;p31"/>
          <p:cNvGrpSpPr/>
          <p:nvPr/>
        </p:nvGrpSpPr>
        <p:grpSpPr>
          <a:xfrm>
            <a:off x="7044690" y="458868"/>
            <a:ext cx="971965" cy="161280"/>
            <a:chOff x="6413465" y="539505"/>
            <a:chExt cx="971965" cy="161280"/>
          </a:xfrm>
        </p:grpSpPr>
        <p:sp>
          <p:nvSpPr>
            <p:cNvPr id="837" name="Google Shape;837;p31"/>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8" name="Google Shape;838;p31"/>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9" name="Google Shape;839;p31"/>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31"/>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41" name="Google Shape;841;p31"/>
          <p:cNvSpPr txBox="1"/>
          <p:nvPr>
            <p:ph type="title"/>
          </p:nvPr>
        </p:nvSpPr>
        <p:spPr>
          <a:xfrm>
            <a:off x="2347950" y="707777"/>
            <a:ext cx="4448100" cy="122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700"/>
              <a:buNone/>
              <a:defRPr sz="6000"/>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842" name="Google Shape;842;p31"/>
          <p:cNvSpPr txBox="1"/>
          <p:nvPr>
            <p:ph idx="1" type="subTitle"/>
          </p:nvPr>
        </p:nvSpPr>
        <p:spPr>
          <a:xfrm>
            <a:off x="2347900" y="1841450"/>
            <a:ext cx="4448100" cy="112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43" name="Google Shape;843;p31"/>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Albert Sans"/>
                <a:ea typeface="Albert Sans"/>
                <a:cs typeface="Albert Sans"/>
                <a:sym typeface="Albert Sans"/>
              </a:rPr>
              <a:t>CREDITS:</a:t>
            </a:r>
            <a:r>
              <a:rPr lang="en" sz="1200">
                <a:solidFill>
                  <a:schemeClr val="dk1"/>
                </a:solidFill>
                <a:latin typeface="Albert Sans"/>
                <a:ea typeface="Albert Sans"/>
                <a:cs typeface="Albert Sans"/>
                <a:sym typeface="Albert Sans"/>
              </a:rPr>
              <a:t> This presentation template was created by </a:t>
            </a:r>
            <a:r>
              <a:rPr b="1" lang="en" sz="1200" u="sng">
                <a:solidFill>
                  <a:schemeClr val="dk1"/>
                </a:solid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by </a:t>
            </a:r>
            <a:r>
              <a:rPr b="1" lang="en" sz="1200" u="sng">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lang="en" sz="1200">
                <a:solidFill>
                  <a:schemeClr val="dk1"/>
                </a:solidFill>
                <a:latin typeface="Albert Sans"/>
                <a:ea typeface="Albert Sans"/>
                <a:cs typeface="Albert Sans"/>
                <a:sym typeface="Albert Sans"/>
              </a:rPr>
              <a:t>, and infographics &amp; images by </a:t>
            </a:r>
            <a:r>
              <a:rPr b="1" lang="en" sz="1200" u="sng">
                <a:solidFill>
                  <a:schemeClr val="dk1"/>
                </a:solidFill>
                <a:latin typeface="Albert Sans"/>
                <a:ea typeface="Albert Sans"/>
                <a:cs typeface="Albert Sans"/>
                <a:sym typeface="Albert Sans"/>
                <a:hlinkClick r:id="rId4">
                  <a:extLst>
                    <a:ext uri="{A12FA001-AC4F-418D-AE19-62706E023703}">
                      <ahyp:hlinkClr val="tx"/>
                    </a:ext>
                  </a:extLst>
                </a:hlinkClick>
              </a:rPr>
              <a:t>Freepik</a:t>
            </a:r>
            <a:r>
              <a:rPr lang="en" sz="1200" u="sng">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grpSp>
        <p:nvGrpSpPr>
          <p:cNvPr id="844" name="Google Shape;844;p31"/>
          <p:cNvGrpSpPr/>
          <p:nvPr/>
        </p:nvGrpSpPr>
        <p:grpSpPr>
          <a:xfrm>
            <a:off x="0" y="0"/>
            <a:ext cx="9144002" cy="5143499"/>
            <a:chOff x="0" y="0"/>
            <a:chExt cx="9144002" cy="5143499"/>
          </a:xfrm>
        </p:grpSpPr>
        <p:pic>
          <p:nvPicPr>
            <p:cNvPr id="845" name="Google Shape;845;p31"/>
            <p:cNvPicPr preferRelativeResize="0"/>
            <p:nvPr/>
          </p:nvPicPr>
          <p:blipFill rotWithShape="1">
            <a:blip r:embed="rId5">
              <a:alphaModFix amt="37000"/>
            </a:blip>
            <a:srcRect b="35662" l="0" r="38279" t="0"/>
            <a:stretch/>
          </p:blipFill>
          <p:spPr>
            <a:xfrm flipH="1" rot="5400000">
              <a:off x="-75050" y="75050"/>
              <a:ext cx="2714875" cy="2564774"/>
            </a:xfrm>
            <a:prstGeom prst="rect">
              <a:avLst/>
            </a:prstGeom>
            <a:noFill/>
            <a:ln>
              <a:noFill/>
            </a:ln>
          </p:spPr>
        </p:pic>
        <p:pic>
          <p:nvPicPr>
            <p:cNvPr id="846" name="Google Shape;846;p31"/>
            <p:cNvPicPr preferRelativeResize="0"/>
            <p:nvPr/>
          </p:nvPicPr>
          <p:blipFill>
            <a:blip r:embed="rId5">
              <a:alphaModFix amt="64000"/>
            </a:blip>
            <a:stretch>
              <a:fillRect/>
            </a:stretch>
          </p:blipFill>
          <p:spPr>
            <a:xfrm flipH="1" rot="10800000">
              <a:off x="7899750" y="4015901"/>
              <a:ext cx="1244252" cy="1127599"/>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47" name="Shape 847"/>
        <p:cNvGrpSpPr/>
        <p:nvPr/>
      </p:nvGrpSpPr>
      <p:grpSpPr>
        <a:xfrm>
          <a:off x="0" y="0"/>
          <a:ext cx="0" cy="0"/>
          <a:chOff x="0" y="0"/>
          <a:chExt cx="0" cy="0"/>
        </a:xfrm>
      </p:grpSpPr>
      <p:grpSp>
        <p:nvGrpSpPr>
          <p:cNvPr id="848" name="Google Shape;848;p32"/>
          <p:cNvGrpSpPr/>
          <p:nvPr/>
        </p:nvGrpSpPr>
        <p:grpSpPr>
          <a:xfrm>
            <a:off x="307577" y="261300"/>
            <a:ext cx="8549992" cy="4595775"/>
            <a:chOff x="579525" y="261300"/>
            <a:chExt cx="7980950" cy="4595775"/>
          </a:xfrm>
        </p:grpSpPr>
        <p:sp>
          <p:nvSpPr>
            <p:cNvPr id="849" name="Google Shape;849;p32"/>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850" name="Google Shape;850;p32"/>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851" name="Google Shape;851;p32"/>
          <p:cNvGrpSpPr/>
          <p:nvPr/>
        </p:nvGrpSpPr>
        <p:grpSpPr>
          <a:xfrm>
            <a:off x="223258" y="1854600"/>
            <a:ext cx="2475898" cy="3086910"/>
            <a:chOff x="223258" y="1854600"/>
            <a:chExt cx="2475898" cy="3086910"/>
          </a:xfrm>
        </p:grpSpPr>
        <p:grpSp>
          <p:nvGrpSpPr>
            <p:cNvPr id="852" name="Google Shape;852;p32"/>
            <p:cNvGrpSpPr/>
            <p:nvPr/>
          </p:nvGrpSpPr>
          <p:grpSpPr>
            <a:xfrm>
              <a:off x="1727190" y="4780230"/>
              <a:ext cx="971965" cy="161280"/>
              <a:chOff x="6413465" y="539505"/>
              <a:chExt cx="971965" cy="161280"/>
            </a:xfrm>
          </p:grpSpPr>
          <p:sp>
            <p:nvSpPr>
              <p:cNvPr id="853" name="Google Shape;853;p32"/>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4" name="Google Shape;854;p32"/>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5" name="Google Shape;855;p32"/>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6" name="Google Shape;856;p32"/>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7" name="Google Shape;857;p32"/>
            <p:cNvGrpSpPr/>
            <p:nvPr/>
          </p:nvGrpSpPr>
          <p:grpSpPr>
            <a:xfrm flipH="1" rot="-5400000">
              <a:off x="-182085" y="2259943"/>
              <a:ext cx="971965" cy="161280"/>
              <a:chOff x="6413465" y="539505"/>
              <a:chExt cx="971965" cy="161280"/>
            </a:xfrm>
          </p:grpSpPr>
          <p:sp>
            <p:nvSpPr>
              <p:cNvPr id="858" name="Google Shape;858;p32"/>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9" name="Google Shape;859;p32"/>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0" name="Google Shape;860;p32"/>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1" name="Google Shape;861;p32"/>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62" name="Google Shape;862;p32"/>
          <p:cNvGrpSpPr/>
          <p:nvPr/>
        </p:nvGrpSpPr>
        <p:grpSpPr>
          <a:xfrm>
            <a:off x="148226" y="-1686"/>
            <a:ext cx="328412" cy="1857425"/>
            <a:chOff x="965726" y="-1686"/>
            <a:chExt cx="328412" cy="1857425"/>
          </a:xfrm>
        </p:grpSpPr>
        <p:sp>
          <p:nvSpPr>
            <p:cNvPr id="863" name="Google Shape;863;p32"/>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32"/>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5" name="Google Shape;865;p32"/>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6" name="Google Shape;866;p32"/>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7" name="Google Shape;867;p32"/>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868" name="Google Shape;868;p32"/>
          <p:cNvPicPr preferRelativeResize="0"/>
          <p:nvPr/>
        </p:nvPicPr>
        <p:blipFill rotWithShape="1">
          <a:blip r:embed="rId2">
            <a:alphaModFix amt="37000"/>
          </a:blip>
          <a:srcRect b="35662" l="0" r="38279" t="0"/>
          <a:stretch/>
        </p:blipFill>
        <p:spPr>
          <a:xfrm rot="5400000">
            <a:off x="-75050" y="2503675"/>
            <a:ext cx="2714875" cy="256477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69" name="Shape 869"/>
        <p:cNvGrpSpPr/>
        <p:nvPr/>
      </p:nvGrpSpPr>
      <p:grpSpPr>
        <a:xfrm>
          <a:off x="0" y="0"/>
          <a:ext cx="0" cy="0"/>
          <a:chOff x="0" y="0"/>
          <a:chExt cx="0" cy="0"/>
        </a:xfrm>
      </p:grpSpPr>
      <p:pic>
        <p:nvPicPr>
          <p:cNvPr id="870" name="Google Shape;870;p33"/>
          <p:cNvPicPr preferRelativeResize="0"/>
          <p:nvPr/>
        </p:nvPicPr>
        <p:blipFill rotWithShape="1">
          <a:blip r:embed="rId2">
            <a:alphaModFix amt="37000"/>
          </a:blip>
          <a:srcRect b="35662" l="0" r="38279" t="0"/>
          <a:stretch/>
        </p:blipFill>
        <p:spPr>
          <a:xfrm flipH="1" rot="5400000">
            <a:off x="-75050" y="73364"/>
            <a:ext cx="2714875" cy="2564774"/>
          </a:xfrm>
          <a:prstGeom prst="rect">
            <a:avLst/>
          </a:prstGeom>
          <a:noFill/>
          <a:ln>
            <a:noFill/>
          </a:ln>
        </p:spPr>
      </p:pic>
      <p:pic>
        <p:nvPicPr>
          <p:cNvPr id="871" name="Google Shape;871;p33"/>
          <p:cNvPicPr preferRelativeResize="0"/>
          <p:nvPr/>
        </p:nvPicPr>
        <p:blipFill rotWithShape="1">
          <a:blip r:embed="rId2">
            <a:alphaModFix amt="37000"/>
          </a:blip>
          <a:srcRect b="35662" l="0" r="38279" t="0"/>
          <a:stretch/>
        </p:blipFill>
        <p:spPr>
          <a:xfrm flipH="1" rot="-5400000">
            <a:off x="6504175" y="2503664"/>
            <a:ext cx="2714875" cy="2564774"/>
          </a:xfrm>
          <a:prstGeom prst="rect">
            <a:avLst/>
          </a:prstGeom>
          <a:noFill/>
          <a:ln>
            <a:noFill/>
          </a:ln>
        </p:spPr>
      </p:pic>
      <p:grpSp>
        <p:nvGrpSpPr>
          <p:cNvPr id="872" name="Google Shape;872;p33"/>
          <p:cNvGrpSpPr/>
          <p:nvPr/>
        </p:nvGrpSpPr>
        <p:grpSpPr>
          <a:xfrm flipH="1" rot="10800000">
            <a:off x="307577" y="284738"/>
            <a:ext cx="8549992" cy="4595775"/>
            <a:chOff x="579525" y="261300"/>
            <a:chExt cx="7980950" cy="4595775"/>
          </a:xfrm>
        </p:grpSpPr>
        <p:sp>
          <p:nvSpPr>
            <p:cNvPr id="873" name="Google Shape;873;p33"/>
            <p:cNvSpPr/>
            <p:nvPr/>
          </p:nvSpPr>
          <p:spPr>
            <a:xfrm>
              <a:off x="992600" y="542025"/>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sp>
          <p:nvSpPr>
            <p:cNvPr id="874" name="Google Shape;874;p33"/>
            <p:cNvSpPr/>
            <p:nvPr/>
          </p:nvSpPr>
          <p:spPr>
            <a:xfrm rot="10800000">
              <a:off x="579525" y="261300"/>
              <a:ext cx="7567875" cy="4315050"/>
            </a:xfrm>
            <a:custGeom>
              <a:rect b="b" l="l" r="r" t="t"/>
              <a:pathLst>
                <a:path extrusionOk="0" h="172602" w="302715">
                  <a:moveTo>
                    <a:pt x="302715" y="0"/>
                  </a:moveTo>
                  <a:lnTo>
                    <a:pt x="302715" y="152801"/>
                  </a:lnTo>
                  <a:lnTo>
                    <a:pt x="291283" y="172602"/>
                  </a:lnTo>
                  <a:lnTo>
                    <a:pt x="0" y="172602"/>
                  </a:lnTo>
                </a:path>
              </a:pathLst>
            </a:custGeom>
            <a:noFill/>
            <a:ln cap="flat" cmpd="sng" w="9525">
              <a:solidFill>
                <a:schemeClr val="dk1"/>
              </a:solidFill>
              <a:prstDash val="solid"/>
              <a:round/>
              <a:headEnd len="med" w="med" type="oval"/>
              <a:tailEnd len="med" w="med" type="oval"/>
            </a:ln>
          </p:spPr>
        </p:sp>
      </p:grpSp>
      <p:grpSp>
        <p:nvGrpSpPr>
          <p:cNvPr id="875" name="Google Shape;875;p33"/>
          <p:cNvGrpSpPr/>
          <p:nvPr/>
        </p:nvGrpSpPr>
        <p:grpSpPr>
          <a:xfrm flipH="1" rot="10800000">
            <a:off x="223258" y="200303"/>
            <a:ext cx="2475898" cy="3086910"/>
            <a:chOff x="223258" y="1854600"/>
            <a:chExt cx="2475898" cy="3086910"/>
          </a:xfrm>
        </p:grpSpPr>
        <p:grpSp>
          <p:nvGrpSpPr>
            <p:cNvPr id="876" name="Google Shape;876;p33"/>
            <p:cNvGrpSpPr/>
            <p:nvPr/>
          </p:nvGrpSpPr>
          <p:grpSpPr>
            <a:xfrm>
              <a:off x="1727190" y="4780230"/>
              <a:ext cx="971965" cy="161280"/>
              <a:chOff x="6413465" y="539505"/>
              <a:chExt cx="971965" cy="161280"/>
            </a:xfrm>
          </p:grpSpPr>
          <p:sp>
            <p:nvSpPr>
              <p:cNvPr id="877" name="Google Shape;877;p3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3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9" name="Google Shape;879;p3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0" name="Google Shape;880;p3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1" name="Google Shape;881;p33"/>
            <p:cNvGrpSpPr/>
            <p:nvPr/>
          </p:nvGrpSpPr>
          <p:grpSpPr>
            <a:xfrm flipH="1" rot="-5400000">
              <a:off x="-182085" y="2259943"/>
              <a:ext cx="971965" cy="161280"/>
              <a:chOff x="6413465" y="539505"/>
              <a:chExt cx="971965" cy="161280"/>
            </a:xfrm>
          </p:grpSpPr>
          <p:sp>
            <p:nvSpPr>
              <p:cNvPr id="882" name="Google Shape;882;p33"/>
              <p:cNvSpPr/>
              <p:nvPr/>
            </p:nvSpPr>
            <p:spPr>
              <a:xfrm>
                <a:off x="7286403"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3" name="Google Shape;883;p33"/>
              <p:cNvSpPr/>
              <p:nvPr/>
            </p:nvSpPr>
            <p:spPr>
              <a:xfrm>
                <a:off x="6995146"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4" name="Google Shape;884;p33"/>
              <p:cNvSpPr/>
              <p:nvPr/>
            </p:nvSpPr>
            <p:spPr>
              <a:xfrm>
                <a:off x="6703889" y="539505"/>
                <a:ext cx="99027" cy="161280"/>
              </a:xfrm>
              <a:custGeom>
                <a:rect b="b" l="l" r="r" t="t"/>
                <a:pathLst>
                  <a:path extrusionOk="0" h="161280" w="99027">
                    <a:moveTo>
                      <a:pt x="99027" y="161281"/>
                    </a:moveTo>
                    <a:lnTo>
                      <a:pt x="99027"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5" name="Google Shape;885;p33"/>
              <p:cNvSpPr/>
              <p:nvPr/>
            </p:nvSpPr>
            <p:spPr>
              <a:xfrm>
                <a:off x="6413465" y="539505"/>
                <a:ext cx="98195" cy="161280"/>
              </a:xfrm>
              <a:custGeom>
                <a:rect b="b" l="l" r="r" t="t"/>
                <a:pathLst>
                  <a:path extrusionOk="0" h="161280" w="98195">
                    <a:moveTo>
                      <a:pt x="98195" y="161281"/>
                    </a:moveTo>
                    <a:lnTo>
                      <a:pt x="98195" y="0"/>
                    </a:lnTo>
                    <a:lnTo>
                      <a:pt x="0" y="806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86" name="Google Shape;886;p33"/>
          <p:cNvGrpSpPr/>
          <p:nvPr/>
        </p:nvGrpSpPr>
        <p:grpSpPr>
          <a:xfrm flipH="1" rot="10800000">
            <a:off x="148226" y="3286075"/>
            <a:ext cx="328412" cy="1857425"/>
            <a:chOff x="965726" y="-1686"/>
            <a:chExt cx="328412" cy="1857425"/>
          </a:xfrm>
        </p:grpSpPr>
        <p:sp>
          <p:nvSpPr>
            <p:cNvPr id="887" name="Google Shape;887;p33"/>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8" name="Google Shape;888;p33"/>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9" name="Google Shape;889;p33"/>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0" name="Google Shape;890;p33"/>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1" name="Google Shape;891;p33"/>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700"/>
              <a:buFont typeface="Albert Sans ExtraBold"/>
              <a:buNone/>
              <a:defRPr sz="2700">
                <a:solidFill>
                  <a:schemeClr val="dk1"/>
                </a:solidFill>
                <a:latin typeface="Albert Sans ExtraBold"/>
                <a:ea typeface="Albert Sans ExtraBold"/>
                <a:cs typeface="Albert Sans ExtraBold"/>
                <a:sym typeface="Albert Sans ExtraBold"/>
              </a:defRPr>
            </a:lvl1pPr>
            <a:lvl2pPr lvl="1"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2700"/>
              <a:buFont typeface="Albert Sans"/>
              <a:buNone/>
              <a:defRPr sz="27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grpSp>
        <p:nvGrpSpPr>
          <p:cNvPr id="896" name="Google Shape;896;p34"/>
          <p:cNvGrpSpPr/>
          <p:nvPr/>
        </p:nvGrpSpPr>
        <p:grpSpPr>
          <a:xfrm>
            <a:off x="965726" y="-403"/>
            <a:ext cx="328292" cy="1856142"/>
            <a:chOff x="965726" y="-403"/>
            <a:chExt cx="328292" cy="1856142"/>
          </a:xfrm>
        </p:grpSpPr>
        <p:sp>
          <p:nvSpPr>
            <p:cNvPr id="897" name="Google Shape;897;p34"/>
            <p:cNvSpPr/>
            <p:nvPr/>
          </p:nvSpPr>
          <p:spPr>
            <a:xfrm rot="-5400000">
              <a:off x="334134" y="786316"/>
              <a:ext cx="1746602" cy="17316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34"/>
            <p:cNvSpPr/>
            <p:nvPr/>
          </p:nvSpPr>
          <p:spPr>
            <a:xfrm rot="-5400000">
              <a:off x="124238" y="841086"/>
              <a:ext cx="1856142" cy="17316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34"/>
            <p:cNvSpPr/>
            <p:nvPr/>
          </p:nvSpPr>
          <p:spPr>
            <a:xfrm rot="-5400000">
              <a:off x="1103393" y="947566"/>
              <a:ext cx="45741" cy="73353"/>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0" name="Google Shape;900;p34"/>
            <p:cNvSpPr/>
            <p:nvPr/>
          </p:nvSpPr>
          <p:spPr>
            <a:xfrm rot="-5400000">
              <a:off x="1103393" y="1081179"/>
              <a:ext cx="45741" cy="73353"/>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34"/>
            <p:cNvSpPr/>
            <p:nvPr/>
          </p:nvSpPr>
          <p:spPr>
            <a:xfrm rot="-5400000">
              <a:off x="1103393" y="1214792"/>
              <a:ext cx="45741" cy="73353"/>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02" name="Google Shape;902;p34"/>
          <p:cNvGrpSpPr/>
          <p:nvPr/>
        </p:nvGrpSpPr>
        <p:grpSpPr>
          <a:xfrm>
            <a:off x="8109534" y="261301"/>
            <a:ext cx="261253" cy="1467482"/>
            <a:chOff x="7075868" y="628650"/>
            <a:chExt cx="362902" cy="2038453"/>
          </a:xfrm>
        </p:grpSpPr>
        <p:grpSp>
          <p:nvGrpSpPr>
            <p:cNvPr id="903" name="Google Shape;903;p34"/>
            <p:cNvGrpSpPr/>
            <p:nvPr/>
          </p:nvGrpSpPr>
          <p:grpSpPr>
            <a:xfrm>
              <a:off x="7088351" y="628650"/>
              <a:ext cx="346179" cy="2017670"/>
              <a:chOff x="7088351" y="628650"/>
              <a:chExt cx="346179" cy="2017670"/>
            </a:xfrm>
          </p:grpSpPr>
          <p:sp>
            <p:nvSpPr>
              <p:cNvPr id="904" name="Google Shape;904;p34"/>
              <p:cNvSpPr/>
              <p:nvPr/>
            </p:nvSpPr>
            <p:spPr>
              <a:xfrm>
                <a:off x="7426209" y="628650"/>
                <a:ext cx="8321" cy="553674"/>
              </a:xfrm>
              <a:custGeom>
                <a:rect b="b" l="l" r="r" t="t"/>
                <a:pathLst>
                  <a:path extrusionOk="0" h="553674" w="8321">
                    <a:moveTo>
                      <a:pt x="0" y="0"/>
                    </a:moveTo>
                    <a:lnTo>
                      <a:pt x="0" y="553675"/>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34"/>
              <p:cNvSpPr/>
              <p:nvPr/>
            </p:nvSpPr>
            <p:spPr>
              <a:xfrm>
                <a:off x="7426209" y="1370208"/>
                <a:ext cx="8321" cy="881223"/>
              </a:xfrm>
              <a:custGeom>
                <a:rect b="b" l="l" r="r" t="t"/>
                <a:pathLst>
                  <a:path extrusionOk="0" h="881223" w="8321">
                    <a:moveTo>
                      <a:pt x="0" y="0"/>
                    </a:moveTo>
                    <a:lnTo>
                      <a:pt x="0" y="88122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6" name="Google Shape;906;p34"/>
              <p:cNvSpPr/>
              <p:nvPr/>
            </p:nvSpPr>
            <p:spPr>
              <a:xfrm>
                <a:off x="7338000" y="628650"/>
                <a:ext cx="8321" cy="1165543"/>
              </a:xfrm>
              <a:custGeom>
                <a:rect b="b" l="l" r="r" t="t"/>
                <a:pathLst>
                  <a:path extrusionOk="0" h="1165543" w="8321">
                    <a:moveTo>
                      <a:pt x="0" y="0"/>
                    </a:moveTo>
                    <a:lnTo>
                      <a:pt x="0" y="116554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7" name="Google Shape;907;p34"/>
              <p:cNvSpPr/>
              <p:nvPr/>
            </p:nvSpPr>
            <p:spPr>
              <a:xfrm>
                <a:off x="7265602" y="628650"/>
                <a:ext cx="8321" cy="265198"/>
              </a:xfrm>
              <a:custGeom>
                <a:rect b="b" l="l" r="r" t="t"/>
                <a:pathLst>
                  <a:path extrusionOk="0" h="265198" w="8321">
                    <a:moveTo>
                      <a:pt x="0" y="0"/>
                    </a:moveTo>
                    <a:lnTo>
                      <a:pt x="0" y="265199"/>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34"/>
              <p:cNvSpPr/>
              <p:nvPr/>
            </p:nvSpPr>
            <p:spPr>
              <a:xfrm>
                <a:off x="7184050" y="628650"/>
                <a:ext cx="8321" cy="2017670"/>
              </a:xfrm>
              <a:custGeom>
                <a:rect b="b" l="l" r="r" t="t"/>
                <a:pathLst>
                  <a:path extrusionOk="0" h="2017670" w="8321">
                    <a:moveTo>
                      <a:pt x="0" y="0"/>
                    </a:moveTo>
                    <a:lnTo>
                      <a:pt x="0" y="201767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34"/>
              <p:cNvSpPr/>
              <p:nvPr/>
            </p:nvSpPr>
            <p:spPr>
              <a:xfrm>
                <a:off x="7088351" y="628650"/>
                <a:ext cx="8321" cy="797258"/>
              </a:xfrm>
              <a:custGeom>
                <a:rect b="b" l="l" r="r" t="t"/>
                <a:pathLst>
                  <a:path extrusionOk="0" h="797258" w="8321">
                    <a:moveTo>
                      <a:pt x="0" y="0"/>
                    </a:moveTo>
                    <a:lnTo>
                      <a:pt x="0" y="797258"/>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10" name="Google Shape;910;p34"/>
            <p:cNvSpPr/>
            <p:nvPr/>
          </p:nvSpPr>
          <p:spPr>
            <a:xfrm>
              <a:off x="7413726" y="1178167"/>
              <a:ext cx="25044" cy="24940"/>
            </a:xfrm>
            <a:custGeom>
              <a:rect b="b" l="l" r="r" t="t"/>
              <a:pathLst>
                <a:path extrusionOk="0" h="24940" w="25044">
                  <a:moveTo>
                    <a:pt x="12482" y="24940"/>
                  </a:moveTo>
                  <a:cubicBezTo>
                    <a:pt x="5825" y="24940"/>
                    <a:pt x="0" y="19121"/>
                    <a:pt x="0" y="12470"/>
                  </a:cubicBezTo>
                  <a:cubicBezTo>
                    <a:pt x="0" y="5819"/>
                    <a:pt x="5825" y="0"/>
                    <a:pt x="12482" y="0"/>
                  </a:cubicBezTo>
                  <a:cubicBezTo>
                    <a:pt x="19140" y="0"/>
                    <a:pt x="24965" y="5819"/>
                    <a:pt x="24965" y="12470"/>
                  </a:cubicBezTo>
                  <a:cubicBezTo>
                    <a:pt x="25797"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1" name="Google Shape;911;p34"/>
            <p:cNvSpPr/>
            <p:nvPr/>
          </p:nvSpPr>
          <p:spPr>
            <a:xfrm>
              <a:off x="7413726" y="224810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2" name="Google Shape;912;p34"/>
            <p:cNvSpPr/>
            <p:nvPr/>
          </p:nvSpPr>
          <p:spPr>
            <a:xfrm>
              <a:off x="7413726" y="135025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3" name="Google Shape;913;p34"/>
            <p:cNvSpPr/>
            <p:nvPr/>
          </p:nvSpPr>
          <p:spPr>
            <a:xfrm>
              <a:off x="7325517" y="1790036"/>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4" name="Google Shape;914;p34"/>
            <p:cNvSpPr/>
            <p:nvPr/>
          </p:nvSpPr>
          <p:spPr>
            <a:xfrm>
              <a:off x="7253119" y="889691"/>
              <a:ext cx="24964" cy="24940"/>
            </a:xfrm>
            <a:custGeom>
              <a:rect b="b" l="l" r="r" t="t"/>
              <a:pathLst>
                <a:path extrusionOk="0" h="24940" w="24964">
                  <a:moveTo>
                    <a:pt x="24965" y="12470"/>
                  </a:moveTo>
                  <a:cubicBezTo>
                    <a:pt x="24965" y="19357"/>
                    <a:pt x="19376" y="24940"/>
                    <a:pt x="12483" y="24940"/>
                  </a:cubicBezTo>
                  <a:cubicBezTo>
                    <a:pt x="5589" y="24940"/>
                    <a:pt x="0" y="19357"/>
                    <a:pt x="0" y="12470"/>
                  </a:cubicBezTo>
                  <a:cubicBezTo>
                    <a:pt x="0" y="5583"/>
                    <a:pt x="5589" y="0"/>
                    <a:pt x="12483" y="0"/>
                  </a:cubicBezTo>
                  <a:cubicBezTo>
                    <a:pt x="19376"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5" name="Google Shape;915;p34"/>
            <p:cNvSpPr/>
            <p:nvPr/>
          </p:nvSpPr>
          <p:spPr>
            <a:xfrm>
              <a:off x="7171567" y="2642163"/>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6" name="Google Shape;916;p34"/>
            <p:cNvSpPr/>
            <p:nvPr/>
          </p:nvSpPr>
          <p:spPr>
            <a:xfrm>
              <a:off x="7075868" y="1421751"/>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7" name="Google Shape;917;p34"/>
          <p:cNvGrpSpPr/>
          <p:nvPr/>
        </p:nvGrpSpPr>
        <p:grpSpPr>
          <a:xfrm rot="10800000">
            <a:off x="1032784" y="3389601"/>
            <a:ext cx="261253" cy="1467482"/>
            <a:chOff x="7075868" y="628650"/>
            <a:chExt cx="362902" cy="2038453"/>
          </a:xfrm>
        </p:grpSpPr>
        <p:grpSp>
          <p:nvGrpSpPr>
            <p:cNvPr id="918" name="Google Shape;918;p34"/>
            <p:cNvGrpSpPr/>
            <p:nvPr/>
          </p:nvGrpSpPr>
          <p:grpSpPr>
            <a:xfrm>
              <a:off x="7088351" y="628650"/>
              <a:ext cx="346179" cy="2017670"/>
              <a:chOff x="7088351" y="628650"/>
              <a:chExt cx="346179" cy="2017670"/>
            </a:xfrm>
          </p:grpSpPr>
          <p:sp>
            <p:nvSpPr>
              <p:cNvPr id="919" name="Google Shape;919;p34"/>
              <p:cNvSpPr/>
              <p:nvPr/>
            </p:nvSpPr>
            <p:spPr>
              <a:xfrm>
                <a:off x="7426209" y="628650"/>
                <a:ext cx="8321" cy="553674"/>
              </a:xfrm>
              <a:custGeom>
                <a:rect b="b" l="l" r="r" t="t"/>
                <a:pathLst>
                  <a:path extrusionOk="0" h="553674" w="8321">
                    <a:moveTo>
                      <a:pt x="0" y="0"/>
                    </a:moveTo>
                    <a:lnTo>
                      <a:pt x="0" y="553675"/>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0" name="Google Shape;920;p34"/>
              <p:cNvSpPr/>
              <p:nvPr/>
            </p:nvSpPr>
            <p:spPr>
              <a:xfrm>
                <a:off x="7426209" y="1370208"/>
                <a:ext cx="8321" cy="881223"/>
              </a:xfrm>
              <a:custGeom>
                <a:rect b="b" l="l" r="r" t="t"/>
                <a:pathLst>
                  <a:path extrusionOk="0" h="881223" w="8321">
                    <a:moveTo>
                      <a:pt x="0" y="0"/>
                    </a:moveTo>
                    <a:lnTo>
                      <a:pt x="0" y="88122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1" name="Google Shape;921;p34"/>
              <p:cNvSpPr/>
              <p:nvPr/>
            </p:nvSpPr>
            <p:spPr>
              <a:xfrm>
                <a:off x="7338000" y="628650"/>
                <a:ext cx="8321" cy="1165543"/>
              </a:xfrm>
              <a:custGeom>
                <a:rect b="b" l="l" r="r" t="t"/>
                <a:pathLst>
                  <a:path extrusionOk="0" h="1165543" w="8321">
                    <a:moveTo>
                      <a:pt x="0" y="0"/>
                    </a:moveTo>
                    <a:lnTo>
                      <a:pt x="0" y="116554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2" name="Google Shape;922;p34"/>
              <p:cNvSpPr/>
              <p:nvPr/>
            </p:nvSpPr>
            <p:spPr>
              <a:xfrm>
                <a:off x="7265602" y="628650"/>
                <a:ext cx="8321" cy="265198"/>
              </a:xfrm>
              <a:custGeom>
                <a:rect b="b" l="l" r="r" t="t"/>
                <a:pathLst>
                  <a:path extrusionOk="0" h="265198" w="8321">
                    <a:moveTo>
                      <a:pt x="0" y="0"/>
                    </a:moveTo>
                    <a:lnTo>
                      <a:pt x="0" y="265199"/>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34"/>
              <p:cNvSpPr/>
              <p:nvPr/>
            </p:nvSpPr>
            <p:spPr>
              <a:xfrm>
                <a:off x="7184050" y="628650"/>
                <a:ext cx="8321" cy="2017670"/>
              </a:xfrm>
              <a:custGeom>
                <a:rect b="b" l="l" r="r" t="t"/>
                <a:pathLst>
                  <a:path extrusionOk="0" h="2017670" w="8321">
                    <a:moveTo>
                      <a:pt x="0" y="0"/>
                    </a:moveTo>
                    <a:lnTo>
                      <a:pt x="0" y="2017670"/>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34"/>
              <p:cNvSpPr/>
              <p:nvPr/>
            </p:nvSpPr>
            <p:spPr>
              <a:xfrm>
                <a:off x="7088351" y="628650"/>
                <a:ext cx="8321" cy="797258"/>
              </a:xfrm>
              <a:custGeom>
                <a:rect b="b" l="l" r="r" t="t"/>
                <a:pathLst>
                  <a:path extrusionOk="0" h="797258" w="8321">
                    <a:moveTo>
                      <a:pt x="0" y="0"/>
                    </a:moveTo>
                    <a:lnTo>
                      <a:pt x="0" y="797258"/>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25" name="Google Shape;925;p34"/>
            <p:cNvSpPr/>
            <p:nvPr/>
          </p:nvSpPr>
          <p:spPr>
            <a:xfrm>
              <a:off x="7413726" y="1178167"/>
              <a:ext cx="25044" cy="24940"/>
            </a:xfrm>
            <a:custGeom>
              <a:rect b="b" l="l" r="r" t="t"/>
              <a:pathLst>
                <a:path extrusionOk="0" h="24940" w="25044">
                  <a:moveTo>
                    <a:pt x="12482" y="24940"/>
                  </a:moveTo>
                  <a:cubicBezTo>
                    <a:pt x="5825" y="24940"/>
                    <a:pt x="0" y="19121"/>
                    <a:pt x="0" y="12470"/>
                  </a:cubicBezTo>
                  <a:cubicBezTo>
                    <a:pt x="0" y="5819"/>
                    <a:pt x="5825" y="0"/>
                    <a:pt x="12482" y="0"/>
                  </a:cubicBezTo>
                  <a:cubicBezTo>
                    <a:pt x="19140" y="0"/>
                    <a:pt x="24965" y="5819"/>
                    <a:pt x="24965" y="12470"/>
                  </a:cubicBezTo>
                  <a:cubicBezTo>
                    <a:pt x="25797"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6" name="Google Shape;926;p34"/>
            <p:cNvSpPr/>
            <p:nvPr/>
          </p:nvSpPr>
          <p:spPr>
            <a:xfrm>
              <a:off x="7413726" y="224810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7" name="Google Shape;927;p34"/>
            <p:cNvSpPr/>
            <p:nvPr/>
          </p:nvSpPr>
          <p:spPr>
            <a:xfrm>
              <a:off x="7413726" y="135025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8" name="Google Shape;928;p34"/>
            <p:cNvSpPr/>
            <p:nvPr/>
          </p:nvSpPr>
          <p:spPr>
            <a:xfrm>
              <a:off x="7325517" y="1790036"/>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9" name="Google Shape;929;p34"/>
            <p:cNvSpPr/>
            <p:nvPr/>
          </p:nvSpPr>
          <p:spPr>
            <a:xfrm>
              <a:off x="7253119" y="889691"/>
              <a:ext cx="24964" cy="24940"/>
            </a:xfrm>
            <a:custGeom>
              <a:rect b="b" l="l" r="r" t="t"/>
              <a:pathLst>
                <a:path extrusionOk="0" h="24940" w="24964">
                  <a:moveTo>
                    <a:pt x="24965" y="12470"/>
                  </a:moveTo>
                  <a:cubicBezTo>
                    <a:pt x="24965" y="19357"/>
                    <a:pt x="19376" y="24940"/>
                    <a:pt x="12483" y="24940"/>
                  </a:cubicBezTo>
                  <a:cubicBezTo>
                    <a:pt x="5589" y="24940"/>
                    <a:pt x="0" y="19357"/>
                    <a:pt x="0" y="12470"/>
                  </a:cubicBezTo>
                  <a:cubicBezTo>
                    <a:pt x="0" y="5583"/>
                    <a:pt x="5589" y="0"/>
                    <a:pt x="12483" y="0"/>
                  </a:cubicBezTo>
                  <a:cubicBezTo>
                    <a:pt x="19376"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34"/>
            <p:cNvSpPr/>
            <p:nvPr/>
          </p:nvSpPr>
          <p:spPr>
            <a:xfrm>
              <a:off x="7171567" y="2642163"/>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1" name="Google Shape;931;p34"/>
            <p:cNvSpPr/>
            <p:nvPr/>
          </p:nvSpPr>
          <p:spPr>
            <a:xfrm>
              <a:off x="7075868" y="1421751"/>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32" name="Google Shape;932;p34"/>
          <p:cNvSpPr txBox="1"/>
          <p:nvPr>
            <p:ph type="ctrTitle"/>
          </p:nvPr>
        </p:nvSpPr>
        <p:spPr>
          <a:xfrm>
            <a:off x="1396950" y="411325"/>
            <a:ext cx="6350100" cy="2671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Building a 3-bit Flash-Type A/D Converter Using Operational Amplifiers</a:t>
            </a:r>
            <a:r>
              <a:rPr lang="en"/>
              <a:t>  </a:t>
            </a:r>
            <a:endParaRPr/>
          </a:p>
        </p:txBody>
      </p:sp>
      <p:grpSp>
        <p:nvGrpSpPr>
          <p:cNvPr id="933" name="Google Shape;933;p34"/>
          <p:cNvGrpSpPr/>
          <p:nvPr/>
        </p:nvGrpSpPr>
        <p:grpSpPr>
          <a:xfrm rot="10800000">
            <a:off x="7940726" y="3286064"/>
            <a:ext cx="328412" cy="1857425"/>
            <a:chOff x="965726" y="-1686"/>
            <a:chExt cx="328412" cy="1857425"/>
          </a:xfrm>
        </p:grpSpPr>
        <p:sp>
          <p:nvSpPr>
            <p:cNvPr id="934" name="Google Shape;934;p34"/>
            <p:cNvSpPr/>
            <p:nvPr/>
          </p:nvSpPr>
          <p:spPr>
            <a:xfrm rot="-5400000">
              <a:off x="333591" y="785652"/>
              <a:ext cx="1747810" cy="173285"/>
            </a:xfrm>
            <a:custGeom>
              <a:rect b="b" l="l" r="r" t="t"/>
              <a:pathLst>
                <a:path extrusionOk="0" h="119713" w="1207468">
                  <a:moveTo>
                    <a:pt x="5825" y="119713"/>
                  </a:moveTo>
                  <a:lnTo>
                    <a:pt x="0" y="113894"/>
                  </a:lnTo>
                  <a:lnTo>
                    <a:pt x="114006" y="0"/>
                  </a:lnTo>
                  <a:lnTo>
                    <a:pt x="1207469" y="0"/>
                  </a:lnTo>
                  <a:lnTo>
                    <a:pt x="1207469" y="7482"/>
                  </a:lnTo>
                  <a:lnTo>
                    <a:pt x="117335"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34"/>
            <p:cNvSpPr/>
            <p:nvPr/>
          </p:nvSpPr>
          <p:spPr>
            <a:xfrm rot="-5400000">
              <a:off x="123656" y="840384"/>
              <a:ext cx="1857425" cy="173285"/>
            </a:xfrm>
            <a:custGeom>
              <a:rect b="b" l="l" r="r" t="t"/>
              <a:pathLst>
                <a:path extrusionOk="0" h="119713" w="1283195">
                  <a:moveTo>
                    <a:pt x="5825" y="119713"/>
                  </a:moveTo>
                  <a:lnTo>
                    <a:pt x="0" y="113894"/>
                  </a:lnTo>
                  <a:lnTo>
                    <a:pt x="114838" y="0"/>
                  </a:lnTo>
                  <a:lnTo>
                    <a:pt x="1283195" y="0"/>
                  </a:lnTo>
                  <a:lnTo>
                    <a:pt x="1283195" y="7482"/>
                  </a:lnTo>
                  <a:lnTo>
                    <a:pt x="118167" y="7482"/>
                  </a:lnTo>
                  <a:close/>
                </a:path>
              </a:pathLst>
            </a:custGeom>
            <a:solidFill>
              <a:srgbClr val="FFFFFF">
                <a:alpha val="6139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6" name="Google Shape;936;p34"/>
            <p:cNvSpPr/>
            <p:nvPr/>
          </p:nvSpPr>
          <p:spPr>
            <a:xfrm rot="-5400000">
              <a:off x="1103403" y="947525"/>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7" name="Google Shape;937;p34"/>
            <p:cNvSpPr/>
            <p:nvPr/>
          </p:nvSpPr>
          <p:spPr>
            <a:xfrm rot="-5400000">
              <a:off x="1103403" y="1081138"/>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8" name="Google Shape;938;p34"/>
            <p:cNvSpPr/>
            <p:nvPr/>
          </p:nvSpPr>
          <p:spPr>
            <a:xfrm rot="-5400000">
              <a:off x="1103403" y="1214751"/>
              <a:ext cx="45773" cy="73404"/>
            </a:xfrm>
            <a:custGeom>
              <a:rect b="b" l="l" r="r" t="t"/>
              <a:pathLst>
                <a:path extrusionOk="0" h="50711" w="31622">
                  <a:moveTo>
                    <a:pt x="31622" y="50712"/>
                  </a:moveTo>
                  <a:lnTo>
                    <a:pt x="31622" y="0"/>
                  </a:lnTo>
                  <a:lnTo>
                    <a:pt x="0" y="249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35"/>
          <p:cNvSpPr txBox="1"/>
          <p:nvPr>
            <p:ph type="title"/>
          </p:nvPr>
        </p:nvSpPr>
        <p:spPr>
          <a:xfrm>
            <a:off x="2569350" y="900825"/>
            <a:ext cx="4005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t>GROUP 3</a:t>
            </a:r>
            <a:endParaRPr sz="4200"/>
          </a:p>
          <a:p>
            <a:pPr indent="0" lvl="0" marL="0" rtl="0" algn="ctr">
              <a:spcBef>
                <a:spcPts val="0"/>
              </a:spcBef>
              <a:spcAft>
                <a:spcPts val="0"/>
              </a:spcAft>
              <a:buNone/>
            </a:pPr>
            <a:r>
              <a:t/>
            </a:r>
            <a:endParaRPr/>
          </a:p>
        </p:txBody>
      </p:sp>
      <p:sp>
        <p:nvSpPr>
          <p:cNvPr id="944" name="Google Shape;944;p35"/>
          <p:cNvSpPr txBox="1"/>
          <p:nvPr/>
        </p:nvSpPr>
        <p:spPr>
          <a:xfrm>
            <a:off x="1420600" y="2352000"/>
            <a:ext cx="1355400" cy="4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Tanzila Khan</a:t>
            </a:r>
            <a:endParaRPr b="1">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a:solidFill>
                  <a:schemeClr val="dk1"/>
                </a:solidFill>
                <a:latin typeface="Albert Sans"/>
                <a:ea typeface="Albert Sans"/>
                <a:cs typeface="Albert Sans"/>
                <a:sym typeface="Albert Sans"/>
              </a:rPr>
              <a:t>Roll-25</a:t>
            </a:r>
            <a:endParaRPr b="1">
              <a:solidFill>
                <a:schemeClr val="dk1"/>
              </a:solidFill>
              <a:latin typeface="Albert Sans"/>
              <a:ea typeface="Albert Sans"/>
              <a:cs typeface="Albert Sans"/>
              <a:sym typeface="Albert Sans"/>
            </a:endParaRPr>
          </a:p>
        </p:txBody>
      </p:sp>
      <p:sp>
        <p:nvSpPr>
          <p:cNvPr id="945" name="Google Shape;945;p35"/>
          <p:cNvSpPr txBox="1"/>
          <p:nvPr/>
        </p:nvSpPr>
        <p:spPr>
          <a:xfrm>
            <a:off x="3465800" y="2352000"/>
            <a:ext cx="1862400" cy="4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Muhaiminul </a:t>
            </a:r>
            <a:r>
              <a:rPr b="1" lang="en">
                <a:solidFill>
                  <a:schemeClr val="dk1"/>
                </a:solidFill>
                <a:latin typeface="Albert Sans"/>
                <a:ea typeface="Albert Sans"/>
                <a:cs typeface="Albert Sans"/>
                <a:sym typeface="Albert Sans"/>
              </a:rPr>
              <a:t>Islam</a:t>
            </a:r>
            <a:endParaRPr b="1">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a:solidFill>
                  <a:schemeClr val="dk1"/>
                </a:solidFill>
                <a:latin typeface="Albert Sans"/>
                <a:ea typeface="Albert Sans"/>
                <a:cs typeface="Albert Sans"/>
                <a:sym typeface="Albert Sans"/>
              </a:rPr>
              <a:t>Roll-43</a:t>
            </a:r>
            <a:endParaRPr b="1">
              <a:solidFill>
                <a:schemeClr val="dk1"/>
              </a:solidFill>
              <a:latin typeface="Albert Sans"/>
              <a:ea typeface="Albert Sans"/>
              <a:cs typeface="Albert Sans"/>
              <a:sym typeface="Albert Sans"/>
            </a:endParaRPr>
          </a:p>
        </p:txBody>
      </p:sp>
      <p:sp>
        <p:nvSpPr>
          <p:cNvPr id="946" name="Google Shape;946;p35"/>
          <p:cNvSpPr txBox="1"/>
          <p:nvPr/>
        </p:nvSpPr>
        <p:spPr>
          <a:xfrm>
            <a:off x="5828475" y="2352000"/>
            <a:ext cx="1862400" cy="4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lbert Sans"/>
                <a:ea typeface="Albert Sans"/>
                <a:cs typeface="Albert Sans"/>
                <a:sym typeface="Albert Sans"/>
              </a:rPr>
              <a:t>Fayek Ahmed</a:t>
            </a:r>
            <a:endParaRPr b="1">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a:solidFill>
                  <a:schemeClr val="dk1"/>
                </a:solidFill>
                <a:latin typeface="Albert Sans"/>
                <a:ea typeface="Albert Sans"/>
                <a:cs typeface="Albert Sans"/>
                <a:sym typeface="Albert Sans"/>
              </a:rPr>
              <a:t>Roll-57</a:t>
            </a:r>
            <a:endParaRPr b="1">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3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952" name="Google Shape;952;p36"/>
          <p:cNvSpPr txBox="1"/>
          <p:nvPr>
            <p:ph idx="7" type="title"/>
          </p:nvPr>
        </p:nvSpPr>
        <p:spPr>
          <a:xfrm>
            <a:off x="716617" y="1287208"/>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953" name="Google Shape;953;p36"/>
          <p:cNvSpPr txBox="1"/>
          <p:nvPr>
            <p:ph idx="8" type="title"/>
          </p:nvPr>
        </p:nvSpPr>
        <p:spPr>
          <a:xfrm>
            <a:off x="6470967" y="1188391"/>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954" name="Google Shape;954;p36"/>
          <p:cNvSpPr txBox="1"/>
          <p:nvPr>
            <p:ph idx="9" type="title"/>
          </p:nvPr>
        </p:nvSpPr>
        <p:spPr>
          <a:xfrm>
            <a:off x="2446113" y="1287208"/>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955" name="Google Shape;955;p36"/>
          <p:cNvSpPr txBox="1"/>
          <p:nvPr>
            <p:ph idx="13" type="title"/>
          </p:nvPr>
        </p:nvSpPr>
        <p:spPr>
          <a:xfrm>
            <a:off x="640413" y="2390791"/>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a:t>
            </a:r>
            <a:r>
              <a:rPr lang="en"/>
              <a:t>5</a:t>
            </a:r>
            <a:endParaRPr/>
          </a:p>
        </p:txBody>
      </p:sp>
      <p:sp>
        <p:nvSpPr>
          <p:cNvPr id="956" name="Google Shape;956;p36"/>
          <p:cNvSpPr txBox="1"/>
          <p:nvPr>
            <p:ph idx="14" type="title"/>
          </p:nvPr>
        </p:nvSpPr>
        <p:spPr>
          <a:xfrm>
            <a:off x="4106191" y="1287208"/>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957" name="Google Shape;957;p36"/>
          <p:cNvSpPr txBox="1"/>
          <p:nvPr>
            <p:ph idx="15" type="title"/>
          </p:nvPr>
        </p:nvSpPr>
        <p:spPr>
          <a:xfrm>
            <a:off x="2446116" y="2452166"/>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a:t>
            </a:r>
            <a:r>
              <a:rPr lang="en"/>
              <a:t>6</a:t>
            </a:r>
            <a:endParaRPr/>
          </a:p>
        </p:txBody>
      </p:sp>
      <p:sp>
        <p:nvSpPr>
          <p:cNvPr id="958" name="Google Shape;958;p36"/>
          <p:cNvSpPr txBox="1"/>
          <p:nvPr>
            <p:ph idx="16" type="subTitle"/>
          </p:nvPr>
        </p:nvSpPr>
        <p:spPr>
          <a:xfrm>
            <a:off x="640422" y="1585250"/>
            <a:ext cx="16116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Introduction</a:t>
            </a:r>
            <a:endParaRPr sz="1400"/>
          </a:p>
        </p:txBody>
      </p:sp>
      <p:sp>
        <p:nvSpPr>
          <p:cNvPr id="959" name="Google Shape;959;p36"/>
          <p:cNvSpPr txBox="1"/>
          <p:nvPr>
            <p:ph idx="17" type="subTitle"/>
          </p:nvPr>
        </p:nvSpPr>
        <p:spPr>
          <a:xfrm>
            <a:off x="2369923" y="1813850"/>
            <a:ext cx="13971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Basic </a:t>
            </a:r>
            <a:endParaRPr sz="1400"/>
          </a:p>
          <a:p>
            <a:pPr indent="0" lvl="0" marL="0" rtl="0" algn="l">
              <a:spcBef>
                <a:spcPts val="0"/>
              </a:spcBef>
              <a:spcAft>
                <a:spcPts val="0"/>
              </a:spcAft>
              <a:buNone/>
            </a:pPr>
            <a:r>
              <a:rPr lang="en" sz="1400"/>
              <a:t>Components</a:t>
            </a:r>
            <a:endParaRPr sz="1400"/>
          </a:p>
        </p:txBody>
      </p:sp>
      <p:sp>
        <p:nvSpPr>
          <p:cNvPr id="960" name="Google Shape;960;p36"/>
          <p:cNvSpPr txBox="1"/>
          <p:nvPr>
            <p:ph idx="18" type="subTitle"/>
          </p:nvPr>
        </p:nvSpPr>
        <p:spPr>
          <a:xfrm>
            <a:off x="4029975" y="1830700"/>
            <a:ext cx="22173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Understanding Flash A/D Converter</a:t>
            </a:r>
            <a:endParaRPr sz="1400"/>
          </a:p>
        </p:txBody>
      </p:sp>
      <p:sp>
        <p:nvSpPr>
          <p:cNvPr id="961" name="Google Shape;961;p36"/>
          <p:cNvSpPr txBox="1"/>
          <p:nvPr>
            <p:ph idx="19" type="subTitle"/>
          </p:nvPr>
        </p:nvSpPr>
        <p:spPr>
          <a:xfrm>
            <a:off x="6394767" y="1513425"/>
            <a:ext cx="24162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Truth Table</a:t>
            </a:r>
            <a:endParaRPr sz="1400"/>
          </a:p>
        </p:txBody>
      </p:sp>
      <p:sp>
        <p:nvSpPr>
          <p:cNvPr id="962" name="Google Shape;962;p36"/>
          <p:cNvSpPr txBox="1"/>
          <p:nvPr>
            <p:ph idx="20" type="subTitle"/>
          </p:nvPr>
        </p:nvSpPr>
        <p:spPr>
          <a:xfrm>
            <a:off x="564223" y="2975975"/>
            <a:ext cx="11013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600"/>
              <a:t>Circuit </a:t>
            </a:r>
            <a:endParaRPr sz="1600"/>
          </a:p>
          <a:p>
            <a:pPr indent="0" lvl="0" marL="0" rtl="0" algn="l">
              <a:spcBef>
                <a:spcPts val="0"/>
              </a:spcBef>
              <a:spcAft>
                <a:spcPts val="0"/>
              </a:spcAft>
              <a:buNone/>
            </a:pPr>
            <a:r>
              <a:rPr lang="en" sz="1600"/>
              <a:t>Diagram</a:t>
            </a:r>
            <a:endParaRPr sz="1600"/>
          </a:p>
        </p:txBody>
      </p:sp>
      <p:sp>
        <p:nvSpPr>
          <p:cNvPr id="963" name="Google Shape;963;p36"/>
          <p:cNvSpPr txBox="1"/>
          <p:nvPr>
            <p:ph idx="20" type="subTitle"/>
          </p:nvPr>
        </p:nvSpPr>
        <p:spPr>
          <a:xfrm>
            <a:off x="2293725" y="3052175"/>
            <a:ext cx="13971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600"/>
              <a:t>Circuit </a:t>
            </a:r>
            <a:endParaRPr sz="1600"/>
          </a:p>
          <a:p>
            <a:pPr indent="0" lvl="0" marL="0" rtl="0" algn="l">
              <a:spcBef>
                <a:spcPts val="0"/>
              </a:spcBef>
              <a:spcAft>
                <a:spcPts val="0"/>
              </a:spcAft>
              <a:buNone/>
            </a:pPr>
            <a:r>
              <a:rPr lang="en" sz="1600"/>
              <a:t>Explanation</a:t>
            </a:r>
            <a:endParaRPr sz="1600"/>
          </a:p>
        </p:txBody>
      </p:sp>
      <p:sp>
        <p:nvSpPr>
          <p:cNvPr id="964" name="Google Shape;964;p36"/>
          <p:cNvSpPr txBox="1"/>
          <p:nvPr>
            <p:ph idx="13" type="title"/>
          </p:nvPr>
        </p:nvSpPr>
        <p:spPr>
          <a:xfrm>
            <a:off x="4103313" y="2581966"/>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a:t>
            </a:r>
            <a:r>
              <a:rPr lang="en"/>
              <a:t>7</a:t>
            </a:r>
            <a:endParaRPr/>
          </a:p>
        </p:txBody>
      </p:sp>
      <p:sp>
        <p:nvSpPr>
          <p:cNvPr id="965" name="Google Shape;965;p36"/>
          <p:cNvSpPr txBox="1"/>
          <p:nvPr>
            <p:ph idx="20" type="subTitle"/>
          </p:nvPr>
        </p:nvSpPr>
        <p:spPr>
          <a:xfrm>
            <a:off x="3953800" y="2975975"/>
            <a:ext cx="1397100" cy="483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600"/>
              <a:t>Conclusions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37"/>
          <p:cNvSpPr txBox="1"/>
          <p:nvPr>
            <p:ph type="title"/>
          </p:nvPr>
        </p:nvSpPr>
        <p:spPr>
          <a:xfrm>
            <a:off x="2233300" y="1374550"/>
            <a:ext cx="4872900" cy="76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Introduction</a:t>
            </a:r>
            <a:endParaRPr sz="4800"/>
          </a:p>
        </p:txBody>
      </p:sp>
      <p:sp>
        <p:nvSpPr>
          <p:cNvPr id="971" name="Google Shape;971;p37"/>
          <p:cNvSpPr txBox="1"/>
          <p:nvPr>
            <p:ph idx="1" type="subTitle"/>
          </p:nvPr>
        </p:nvSpPr>
        <p:spPr>
          <a:xfrm>
            <a:off x="2068800" y="2333050"/>
            <a:ext cx="5216700" cy="102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Welcome to our presentation on building a 3-bit Flash-type A/D Converter using Operational Amplifiers (Op Amps). In this presentation, we will guide you through the process of designing and constructing a Flash-type A/D Converter that can convert analog signals into digital ones with high speed and accuracy.</a:t>
            </a:r>
            <a:endParaRPr/>
          </a:p>
        </p:txBody>
      </p:sp>
      <p:grpSp>
        <p:nvGrpSpPr>
          <p:cNvPr id="972" name="Google Shape;972;p37"/>
          <p:cNvGrpSpPr/>
          <p:nvPr/>
        </p:nvGrpSpPr>
        <p:grpSpPr>
          <a:xfrm rot="-5400000">
            <a:off x="1478903" y="86107"/>
            <a:ext cx="389430" cy="2187464"/>
            <a:chOff x="7075868" y="628650"/>
            <a:chExt cx="362902" cy="2038453"/>
          </a:xfrm>
        </p:grpSpPr>
        <p:grpSp>
          <p:nvGrpSpPr>
            <p:cNvPr id="973" name="Google Shape;973;p37"/>
            <p:cNvGrpSpPr/>
            <p:nvPr/>
          </p:nvGrpSpPr>
          <p:grpSpPr>
            <a:xfrm>
              <a:off x="7088351" y="628650"/>
              <a:ext cx="346179" cy="2017670"/>
              <a:chOff x="7088351" y="628650"/>
              <a:chExt cx="346179" cy="2017670"/>
            </a:xfrm>
          </p:grpSpPr>
          <p:sp>
            <p:nvSpPr>
              <p:cNvPr id="974" name="Google Shape;974;p37"/>
              <p:cNvSpPr/>
              <p:nvPr/>
            </p:nvSpPr>
            <p:spPr>
              <a:xfrm>
                <a:off x="7426209" y="628650"/>
                <a:ext cx="8321" cy="553674"/>
              </a:xfrm>
              <a:custGeom>
                <a:rect b="b" l="l" r="r" t="t"/>
                <a:pathLst>
                  <a:path extrusionOk="0" h="553674" w="8321">
                    <a:moveTo>
                      <a:pt x="0" y="0"/>
                    </a:moveTo>
                    <a:lnTo>
                      <a:pt x="0" y="553675"/>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5" name="Google Shape;975;p37"/>
              <p:cNvSpPr/>
              <p:nvPr/>
            </p:nvSpPr>
            <p:spPr>
              <a:xfrm>
                <a:off x="7426209" y="1370208"/>
                <a:ext cx="8321" cy="881223"/>
              </a:xfrm>
              <a:custGeom>
                <a:rect b="b" l="l" r="r" t="t"/>
                <a:pathLst>
                  <a:path extrusionOk="0" h="881223" w="8321">
                    <a:moveTo>
                      <a:pt x="0" y="0"/>
                    </a:moveTo>
                    <a:lnTo>
                      <a:pt x="0" y="881224"/>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6" name="Google Shape;976;p37"/>
              <p:cNvSpPr/>
              <p:nvPr/>
            </p:nvSpPr>
            <p:spPr>
              <a:xfrm>
                <a:off x="7338000" y="628650"/>
                <a:ext cx="8321" cy="1165543"/>
              </a:xfrm>
              <a:custGeom>
                <a:rect b="b" l="l" r="r" t="t"/>
                <a:pathLst>
                  <a:path extrusionOk="0" h="1165543" w="8321">
                    <a:moveTo>
                      <a:pt x="0" y="0"/>
                    </a:moveTo>
                    <a:lnTo>
                      <a:pt x="0" y="1165543"/>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7" name="Google Shape;977;p37"/>
              <p:cNvSpPr/>
              <p:nvPr/>
            </p:nvSpPr>
            <p:spPr>
              <a:xfrm>
                <a:off x="7265602" y="628650"/>
                <a:ext cx="8321" cy="265198"/>
              </a:xfrm>
              <a:custGeom>
                <a:rect b="b" l="l" r="r" t="t"/>
                <a:pathLst>
                  <a:path extrusionOk="0" h="265198" w="8321">
                    <a:moveTo>
                      <a:pt x="0" y="0"/>
                    </a:moveTo>
                    <a:lnTo>
                      <a:pt x="0" y="265199"/>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37"/>
              <p:cNvSpPr/>
              <p:nvPr/>
            </p:nvSpPr>
            <p:spPr>
              <a:xfrm>
                <a:off x="7184050" y="628650"/>
                <a:ext cx="8321" cy="2017670"/>
              </a:xfrm>
              <a:custGeom>
                <a:rect b="b" l="l" r="r" t="t"/>
                <a:pathLst>
                  <a:path extrusionOk="0" h="2017670" w="8321">
                    <a:moveTo>
                      <a:pt x="0" y="0"/>
                    </a:moveTo>
                    <a:lnTo>
                      <a:pt x="0" y="2017670"/>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37"/>
              <p:cNvSpPr/>
              <p:nvPr/>
            </p:nvSpPr>
            <p:spPr>
              <a:xfrm>
                <a:off x="7088351" y="628650"/>
                <a:ext cx="8321" cy="797258"/>
              </a:xfrm>
              <a:custGeom>
                <a:rect b="b" l="l" r="r" t="t"/>
                <a:pathLst>
                  <a:path extrusionOk="0" h="797258" w="8321">
                    <a:moveTo>
                      <a:pt x="0" y="0"/>
                    </a:moveTo>
                    <a:lnTo>
                      <a:pt x="0" y="797258"/>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80" name="Google Shape;980;p37"/>
            <p:cNvSpPr/>
            <p:nvPr/>
          </p:nvSpPr>
          <p:spPr>
            <a:xfrm>
              <a:off x="7413726" y="1178167"/>
              <a:ext cx="25044" cy="24940"/>
            </a:xfrm>
            <a:custGeom>
              <a:rect b="b" l="l" r="r" t="t"/>
              <a:pathLst>
                <a:path extrusionOk="0" h="24940" w="25044">
                  <a:moveTo>
                    <a:pt x="12482" y="24940"/>
                  </a:moveTo>
                  <a:cubicBezTo>
                    <a:pt x="5825" y="24940"/>
                    <a:pt x="0" y="19121"/>
                    <a:pt x="0" y="12470"/>
                  </a:cubicBezTo>
                  <a:cubicBezTo>
                    <a:pt x="0" y="5819"/>
                    <a:pt x="5825" y="0"/>
                    <a:pt x="12482" y="0"/>
                  </a:cubicBezTo>
                  <a:cubicBezTo>
                    <a:pt x="19140" y="0"/>
                    <a:pt x="24965" y="5819"/>
                    <a:pt x="24965" y="12470"/>
                  </a:cubicBezTo>
                  <a:cubicBezTo>
                    <a:pt x="25797"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37"/>
            <p:cNvSpPr/>
            <p:nvPr/>
          </p:nvSpPr>
          <p:spPr>
            <a:xfrm>
              <a:off x="7413726" y="224810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37"/>
            <p:cNvSpPr/>
            <p:nvPr/>
          </p:nvSpPr>
          <p:spPr>
            <a:xfrm>
              <a:off x="7413726" y="135025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3" name="Google Shape;983;p37"/>
            <p:cNvSpPr/>
            <p:nvPr/>
          </p:nvSpPr>
          <p:spPr>
            <a:xfrm>
              <a:off x="7325517" y="1790036"/>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37"/>
            <p:cNvSpPr/>
            <p:nvPr/>
          </p:nvSpPr>
          <p:spPr>
            <a:xfrm>
              <a:off x="7253119" y="889691"/>
              <a:ext cx="24964" cy="24940"/>
            </a:xfrm>
            <a:custGeom>
              <a:rect b="b" l="l" r="r" t="t"/>
              <a:pathLst>
                <a:path extrusionOk="0" h="24940" w="24964">
                  <a:moveTo>
                    <a:pt x="24965" y="12470"/>
                  </a:moveTo>
                  <a:cubicBezTo>
                    <a:pt x="24965" y="19357"/>
                    <a:pt x="19376" y="24940"/>
                    <a:pt x="12483" y="24940"/>
                  </a:cubicBezTo>
                  <a:cubicBezTo>
                    <a:pt x="5589" y="24940"/>
                    <a:pt x="0" y="19357"/>
                    <a:pt x="0" y="12470"/>
                  </a:cubicBezTo>
                  <a:cubicBezTo>
                    <a:pt x="0" y="5583"/>
                    <a:pt x="5589" y="0"/>
                    <a:pt x="12483" y="0"/>
                  </a:cubicBezTo>
                  <a:cubicBezTo>
                    <a:pt x="19376" y="0"/>
                    <a:pt x="24965" y="5583"/>
                    <a:pt x="24965" y="1247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37"/>
            <p:cNvSpPr/>
            <p:nvPr/>
          </p:nvSpPr>
          <p:spPr>
            <a:xfrm>
              <a:off x="7171567" y="2642163"/>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6" name="Google Shape;986;p37"/>
            <p:cNvSpPr/>
            <p:nvPr/>
          </p:nvSpPr>
          <p:spPr>
            <a:xfrm>
              <a:off x="7075868" y="1421751"/>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7" name="Google Shape;987;p37"/>
          <p:cNvGrpSpPr/>
          <p:nvPr/>
        </p:nvGrpSpPr>
        <p:grpSpPr>
          <a:xfrm flipH="1" rot="5400000">
            <a:off x="7270103" y="3063607"/>
            <a:ext cx="389430" cy="2187464"/>
            <a:chOff x="7075868" y="628650"/>
            <a:chExt cx="362902" cy="2038453"/>
          </a:xfrm>
        </p:grpSpPr>
        <p:grpSp>
          <p:nvGrpSpPr>
            <p:cNvPr id="988" name="Google Shape;988;p37"/>
            <p:cNvGrpSpPr/>
            <p:nvPr/>
          </p:nvGrpSpPr>
          <p:grpSpPr>
            <a:xfrm>
              <a:off x="7088351" y="628650"/>
              <a:ext cx="346179" cy="2017670"/>
              <a:chOff x="7088351" y="628650"/>
              <a:chExt cx="346179" cy="2017670"/>
            </a:xfrm>
          </p:grpSpPr>
          <p:sp>
            <p:nvSpPr>
              <p:cNvPr id="989" name="Google Shape;989;p37"/>
              <p:cNvSpPr/>
              <p:nvPr/>
            </p:nvSpPr>
            <p:spPr>
              <a:xfrm>
                <a:off x="7426209" y="628650"/>
                <a:ext cx="8321" cy="553674"/>
              </a:xfrm>
              <a:custGeom>
                <a:rect b="b" l="l" r="r" t="t"/>
                <a:pathLst>
                  <a:path extrusionOk="0" h="553674" w="8321">
                    <a:moveTo>
                      <a:pt x="0" y="0"/>
                    </a:moveTo>
                    <a:lnTo>
                      <a:pt x="0" y="553675"/>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0" name="Google Shape;990;p37"/>
              <p:cNvSpPr/>
              <p:nvPr/>
            </p:nvSpPr>
            <p:spPr>
              <a:xfrm>
                <a:off x="7426209" y="1370208"/>
                <a:ext cx="8321" cy="881223"/>
              </a:xfrm>
              <a:custGeom>
                <a:rect b="b" l="l" r="r" t="t"/>
                <a:pathLst>
                  <a:path extrusionOk="0" h="881223" w="8321">
                    <a:moveTo>
                      <a:pt x="0" y="0"/>
                    </a:moveTo>
                    <a:lnTo>
                      <a:pt x="0" y="881224"/>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1" name="Google Shape;991;p37"/>
              <p:cNvSpPr/>
              <p:nvPr/>
            </p:nvSpPr>
            <p:spPr>
              <a:xfrm>
                <a:off x="7338000" y="628650"/>
                <a:ext cx="8321" cy="1165543"/>
              </a:xfrm>
              <a:custGeom>
                <a:rect b="b" l="l" r="r" t="t"/>
                <a:pathLst>
                  <a:path extrusionOk="0" h="1165543" w="8321">
                    <a:moveTo>
                      <a:pt x="0" y="0"/>
                    </a:moveTo>
                    <a:lnTo>
                      <a:pt x="0" y="1165543"/>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37"/>
              <p:cNvSpPr/>
              <p:nvPr/>
            </p:nvSpPr>
            <p:spPr>
              <a:xfrm>
                <a:off x="7265602" y="628650"/>
                <a:ext cx="8321" cy="265198"/>
              </a:xfrm>
              <a:custGeom>
                <a:rect b="b" l="l" r="r" t="t"/>
                <a:pathLst>
                  <a:path extrusionOk="0" h="265198" w="8321">
                    <a:moveTo>
                      <a:pt x="0" y="0"/>
                    </a:moveTo>
                    <a:lnTo>
                      <a:pt x="0" y="265199"/>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3" name="Google Shape;993;p37"/>
              <p:cNvSpPr/>
              <p:nvPr/>
            </p:nvSpPr>
            <p:spPr>
              <a:xfrm>
                <a:off x="7184050" y="628650"/>
                <a:ext cx="8321" cy="2017670"/>
              </a:xfrm>
              <a:custGeom>
                <a:rect b="b" l="l" r="r" t="t"/>
                <a:pathLst>
                  <a:path extrusionOk="0" h="2017670" w="8321">
                    <a:moveTo>
                      <a:pt x="0" y="0"/>
                    </a:moveTo>
                    <a:lnTo>
                      <a:pt x="0" y="2017670"/>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4" name="Google Shape;994;p37"/>
              <p:cNvSpPr/>
              <p:nvPr/>
            </p:nvSpPr>
            <p:spPr>
              <a:xfrm>
                <a:off x="7088351" y="628650"/>
                <a:ext cx="8321" cy="797258"/>
              </a:xfrm>
              <a:custGeom>
                <a:rect b="b" l="l" r="r" t="t"/>
                <a:pathLst>
                  <a:path extrusionOk="0" h="797258" w="8321">
                    <a:moveTo>
                      <a:pt x="0" y="0"/>
                    </a:moveTo>
                    <a:lnTo>
                      <a:pt x="0" y="797258"/>
                    </a:lnTo>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95" name="Google Shape;995;p37"/>
            <p:cNvSpPr/>
            <p:nvPr/>
          </p:nvSpPr>
          <p:spPr>
            <a:xfrm>
              <a:off x="7413726" y="1178167"/>
              <a:ext cx="25044" cy="24940"/>
            </a:xfrm>
            <a:custGeom>
              <a:rect b="b" l="l" r="r" t="t"/>
              <a:pathLst>
                <a:path extrusionOk="0" h="24940" w="25044">
                  <a:moveTo>
                    <a:pt x="12482" y="24940"/>
                  </a:moveTo>
                  <a:cubicBezTo>
                    <a:pt x="5825" y="24940"/>
                    <a:pt x="0" y="19121"/>
                    <a:pt x="0" y="12470"/>
                  </a:cubicBezTo>
                  <a:cubicBezTo>
                    <a:pt x="0" y="5819"/>
                    <a:pt x="5825" y="0"/>
                    <a:pt x="12482" y="0"/>
                  </a:cubicBezTo>
                  <a:cubicBezTo>
                    <a:pt x="19140" y="0"/>
                    <a:pt x="24965" y="5819"/>
                    <a:pt x="24965" y="12470"/>
                  </a:cubicBezTo>
                  <a:cubicBezTo>
                    <a:pt x="25797"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6" name="Google Shape;996;p37"/>
            <p:cNvSpPr/>
            <p:nvPr/>
          </p:nvSpPr>
          <p:spPr>
            <a:xfrm>
              <a:off x="7413726" y="224810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7" name="Google Shape;997;p37"/>
            <p:cNvSpPr/>
            <p:nvPr/>
          </p:nvSpPr>
          <p:spPr>
            <a:xfrm>
              <a:off x="7413726" y="135025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8" name="Google Shape;998;p37"/>
            <p:cNvSpPr/>
            <p:nvPr/>
          </p:nvSpPr>
          <p:spPr>
            <a:xfrm>
              <a:off x="7325517" y="1790036"/>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9" name="Google Shape;999;p37"/>
            <p:cNvSpPr/>
            <p:nvPr/>
          </p:nvSpPr>
          <p:spPr>
            <a:xfrm>
              <a:off x="7253119" y="889691"/>
              <a:ext cx="24964" cy="24940"/>
            </a:xfrm>
            <a:custGeom>
              <a:rect b="b" l="l" r="r" t="t"/>
              <a:pathLst>
                <a:path extrusionOk="0" h="24940" w="24964">
                  <a:moveTo>
                    <a:pt x="24965" y="12470"/>
                  </a:moveTo>
                  <a:cubicBezTo>
                    <a:pt x="24965" y="19357"/>
                    <a:pt x="19376" y="24940"/>
                    <a:pt x="12483" y="24940"/>
                  </a:cubicBezTo>
                  <a:cubicBezTo>
                    <a:pt x="5589" y="24940"/>
                    <a:pt x="0" y="19357"/>
                    <a:pt x="0" y="12470"/>
                  </a:cubicBezTo>
                  <a:cubicBezTo>
                    <a:pt x="0" y="5583"/>
                    <a:pt x="5589" y="0"/>
                    <a:pt x="12483" y="0"/>
                  </a:cubicBezTo>
                  <a:cubicBezTo>
                    <a:pt x="19376" y="0"/>
                    <a:pt x="24965" y="5583"/>
                    <a:pt x="24965" y="1247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0" name="Google Shape;1000;p37"/>
            <p:cNvSpPr/>
            <p:nvPr/>
          </p:nvSpPr>
          <p:spPr>
            <a:xfrm>
              <a:off x="7171567" y="2642163"/>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1" name="Google Shape;1001;p37"/>
            <p:cNvSpPr/>
            <p:nvPr/>
          </p:nvSpPr>
          <p:spPr>
            <a:xfrm>
              <a:off x="7075868" y="1421751"/>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solidFill>
              <a:schemeClr val="dk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38"/>
          <p:cNvSpPr txBox="1"/>
          <p:nvPr>
            <p:ph type="title"/>
          </p:nvPr>
        </p:nvSpPr>
        <p:spPr>
          <a:xfrm>
            <a:off x="1049200" y="1064950"/>
            <a:ext cx="3536400" cy="69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Basic Component</a:t>
            </a:r>
            <a:endParaRPr sz="3000"/>
          </a:p>
        </p:txBody>
      </p:sp>
      <p:grpSp>
        <p:nvGrpSpPr>
          <p:cNvPr id="1007" name="Google Shape;1007;p38"/>
          <p:cNvGrpSpPr/>
          <p:nvPr/>
        </p:nvGrpSpPr>
        <p:grpSpPr>
          <a:xfrm rot="-5400000">
            <a:off x="6682899" y="1406341"/>
            <a:ext cx="695502" cy="2947251"/>
            <a:chOff x="7075868" y="628650"/>
            <a:chExt cx="362902" cy="1644396"/>
          </a:xfrm>
        </p:grpSpPr>
        <p:grpSp>
          <p:nvGrpSpPr>
            <p:cNvPr id="1008" name="Google Shape;1008;p38"/>
            <p:cNvGrpSpPr/>
            <p:nvPr/>
          </p:nvGrpSpPr>
          <p:grpSpPr>
            <a:xfrm>
              <a:off x="7088351" y="628650"/>
              <a:ext cx="346179" cy="1622781"/>
              <a:chOff x="7088351" y="628650"/>
              <a:chExt cx="346179" cy="1622781"/>
            </a:xfrm>
          </p:grpSpPr>
          <p:sp>
            <p:nvSpPr>
              <p:cNvPr id="1009" name="Google Shape;1009;p38"/>
              <p:cNvSpPr/>
              <p:nvPr/>
            </p:nvSpPr>
            <p:spPr>
              <a:xfrm>
                <a:off x="7426209" y="628650"/>
                <a:ext cx="8321" cy="553674"/>
              </a:xfrm>
              <a:custGeom>
                <a:rect b="b" l="l" r="r" t="t"/>
                <a:pathLst>
                  <a:path extrusionOk="0" h="553674" w="8321">
                    <a:moveTo>
                      <a:pt x="0" y="0"/>
                    </a:moveTo>
                    <a:lnTo>
                      <a:pt x="0" y="553675"/>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38"/>
              <p:cNvSpPr/>
              <p:nvPr/>
            </p:nvSpPr>
            <p:spPr>
              <a:xfrm>
                <a:off x="7426209" y="1370208"/>
                <a:ext cx="8321" cy="881223"/>
              </a:xfrm>
              <a:custGeom>
                <a:rect b="b" l="l" r="r" t="t"/>
                <a:pathLst>
                  <a:path extrusionOk="0" h="881223" w="8321">
                    <a:moveTo>
                      <a:pt x="0" y="0"/>
                    </a:moveTo>
                    <a:lnTo>
                      <a:pt x="0" y="881224"/>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1" name="Google Shape;1011;p38"/>
              <p:cNvSpPr/>
              <p:nvPr/>
            </p:nvSpPr>
            <p:spPr>
              <a:xfrm>
                <a:off x="7338000" y="628650"/>
                <a:ext cx="8321" cy="1165543"/>
              </a:xfrm>
              <a:custGeom>
                <a:rect b="b" l="l" r="r" t="t"/>
                <a:pathLst>
                  <a:path extrusionOk="0" h="1165543" w="8321">
                    <a:moveTo>
                      <a:pt x="0" y="0"/>
                    </a:moveTo>
                    <a:lnTo>
                      <a:pt x="0" y="116554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38"/>
              <p:cNvSpPr/>
              <p:nvPr/>
            </p:nvSpPr>
            <p:spPr>
              <a:xfrm>
                <a:off x="7265602" y="628650"/>
                <a:ext cx="8321" cy="265198"/>
              </a:xfrm>
              <a:custGeom>
                <a:rect b="b" l="l" r="r" t="t"/>
                <a:pathLst>
                  <a:path extrusionOk="0" h="265198" w="8321">
                    <a:moveTo>
                      <a:pt x="0" y="0"/>
                    </a:moveTo>
                    <a:lnTo>
                      <a:pt x="0" y="265199"/>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3" name="Google Shape;1013;p38"/>
              <p:cNvSpPr/>
              <p:nvPr/>
            </p:nvSpPr>
            <p:spPr>
              <a:xfrm>
                <a:off x="7088351" y="628650"/>
                <a:ext cx="8321" cy="797258"/>
              </a:xfrm>
              <a:custGeom>
                <a:rect b="b" l="l" r="r" t="t"/>
                <a:pathLst>
                  <a:path extrusionOk="0" h="797258" w="8321">
                    <a:moveTo>
                      <a:pt x="0" y="0"/>
                    </a:moveTo>
                    <a:lnTo>
                      <a:pt x="0" y="797258"/>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14" name="Google Shape;1014;p38"/>
            <p:cNvSpPr/>
            <p:nvPr/>
          </p:nvSpPr>
          <p:spPr>
            <a:xfrm>
              <a:off x="7413726" y="1178167"/>
              <a:ext cx="25044" cy="24940"/>
            </a:xfrm>
            <a:custGeom>
              <a:rect b="b" l="l" r="r" t="t"/>
              <a:pathLst>
                <a:path extrusionOk="0" h="24940" w="25044">
                  <a:moveTo>
                    <a:pt x="12482" y="24940"/>
                  </a:moveTo>
                  <a:cubicBezTo>
                    <a:pt x="5825" y="24940"/>
                    <a:pt x="0" y="19121"/>
                    <a:pt x="0" y="12470"/>
                  </a:cubicBezTo>
                  <a:cubicBezTo>
                    <a:pt x="0" y="5819"/>
                    <a:pt x="5825" y="0"/>
                    <a:pt x="12482" y="0"/>
                  </a:cubicBezTo>
                  <a:cubicBezTo>
                    <a:pt x="19140" y="0"/>
                    <a:pt x="24965" y="5819"/>
                    <a:pt x="24965" y="12470"/>
                  </a:cubicBezTo>
                  <a:cubicBezTo>
                    <a:pt x="25797"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38"/>
            <p:cNvSpPr/>
            <p:nvPr/>
          </p:nvSpPr>
          <p:spPr>
            <a:xfrm>
              <a:off x="7413726" y="224810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38"/>
            <p:cNvSpPr/>
            <p:nvPr/>
          </p:nvSpPr>
          <p:spPr>
            <a:xfrm>
              <a:off x="7413726" y="1350256"/>
              <a:ext cx="24964" cy="24940"/>
            </a:xfrm>
            <a:custGeom>
              <a:rect b="b" l="l" r="r" t="t"/>
              <a:pathLst>
                <a:path extrusionOk="0" h="24940" w="24964">
                  <a:moveTo>
                    <a:pt x="12482" y="24940"/>
                  </a:moveTo>
                  <a:cubicBezTo>
                    <a:pt x="5825" y="24940"/>
                    <a:pt x="0" y="19121"/>
                    <a:pt x="0" y="12470"/>
                  </a:cubicBezTo>
                  <a:cubicBezTo>
                    <a:pt x="0" y="5819"/>
                    <a:pt x="5825" y="0"/>
                    <a:pt x="12482" y="0"/>
                  </a:cubicBezTo>
                  <a:cubicBezTo>
                    <a:pt x="19140" y="0"/>
                    <a:pt x="24965" y="5819"/>
                    <a:pt x="24965" y="12470"/>
                  </a:cubicBezTo>
                  <a:cubicBezTo>
                    <a:pt x="24965" y="19121"/>
                    <a:pt x="19972" y="24940"/>
                    <a:pt x="12482" y="2494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7" name="Google Shape;1017;p38"/>
            <p:cNvSpPr/>
            <p:nvPr/>
          </p:nvSpPr>
          <p:spPr>
            <a:xfrm>
              <a:off x="7325517" y="1790036"/>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8" name="Google Shape;1018;p38"/>
            <p:cNvSpPr/>
            <p:nvPr/>
          </p:nvSpPr>
          <p:spPr>
            <a:xfrm>
              <a:off x="7253119" y="889691"/>
              <a:ext cx="24964" cy="24940"/>
            </a:xfrm>
            <a:custGeom>
              <a:rect b="b" l="l" r="r" t="t"/>
              <a:pathLst>
                <a:path extrusionOk="0" h="24940" w="24964">
                  <a:moveTo>
                    <a:pt x="24965" y="12470"/>
                  </a:moveTo>
                  <a:cubicBezTo>
                    <a:pt x="24965" y="19357"/>
                    <a:pt x="19376" y="24940"/>
                    <a:pt x="12483" y="24940"/>
                  </a:cubicBezTo>
                  <a:cubicBezTo>
                    <a:pt x="5589" y="24940"/>
                    <a:pt x="0" y="19357"/>
                    <a:pt x="0" y="12470"/>
                  </a:cubicBezTo>
                  <a:cubicBezTo>
                    <a:pt x="0" y="5583"/>
                    <a:pt x="5589" y="0"/>
                    <a:pt x="12483" y="0"/>
                  </a:cubicBezTo>
                  <a:cubicBezTo>
                    <a:pt x="19376"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9" name="Google Shape;1019;p38"/>
            <p:cNvSpPr/>
            <p:nvPr/>
          </p:nvSpPr>
          <p:spPr>
            <a:xfrm>
              <a:off x="7075868" y="1421751"/>
              <a:ext cx="24964" cy="24940"/>
            </a:xfrm>
            <a:custGeom>
              <a:rect b="b" l="l" r="r" t="t"/>
              <a:pathLst>
                <a:path extrusionOk="0" h="24940" w="24964">
                  <a:moveTo>
                    <a:pt x="24965" y="12470"/>
                  </a:moveTo>
                  <a:cubicBezTo>
                    <a:pt x="24965" y="19357"/>
                    <a:pt x="19377" y="24940"/>
                    <a:pt x="12483" y="24940"/>
                  </a:cubicBezTo>
                  <a:cubicBezTo>
                    <a:pt x="5589" y="24940"/>
                    <a:pt x="0" y="19357"/>
                    <a:pt x="0" y="12470"/>
                  </a:cubicBezTo>
                  <a:cubicBezTo>
                    <a:pt x="0" y="5583"/>
                    <a:pt x="5589" y="0"/>
                    <a:pt x="12483" y="0"/>
                  </a:cubicBezTo>
                  <a:cubicBezTo>
                    <a:pt x="19377" y="0"/>
                    <a:pt x="24965" y="5583"/>
                    <a:pt x="24965" y="12470"/>
                  </a:cubicBezTo>
                  <a:close/>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20" name="Google Shape;1020;p38"/>
          <p:cNvSpPr txBox="1"/>
          <p:nvPr/>
        </p:nvSpPr>
        <p:spPr>
          <a:xfrm>
            <a:off x="1250250" y="2060650"/>
            <a:ext cx="4306800" cy="1734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8 pieces of 1k </a:t>
            </a:r>
            <a:r>
              <a:rPr lang="en" sz="1600">
                <a:solidFill>
                  <a:schemeClr val="dk1"/>
                </a:solidFill>
                <a:latin typeface="Albert Sans"/>
                <a:ea typeface="Albert Sans"/>
                <a:cs typeface="Albert Sans"/>
                <a:sym typeface="Albert Sans"/>
              </a:rPr>
              <a:t>ohm</a:t>
            </a:r>
            <a:r>
              <a:rPr lang="en" sz="1600">
                <a:solidFill>
                  <a:schemeClr val="dk1"/>
                </a:solidFill>
                <a:latin typeface="Albert Sans"/>
                <a:ea typeface="Albert Sans"/>
                <a:cs typeface="Albert Sans"/>
                <a:sym typeface="Albert Sans"/>
              </a:rPr>
              <a:t> resistors</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3 pieces of 470 ohm resistors</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2 LM324n Op-Amp ICs</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One 8</a:t>
            </a:r>
            <a:r>
              <a:rPr lang="en" sz="1600">
                <a:solidFill>
                  <a:schemeClr val="dk1"/>
                </a:solidFill>
                <a:latin typeface="Albert Sans"/>
                <a:ea typeface="Albert Sans"/>
                <a:cs typeface="Albert Sans"/>
                <a:sym typeface="Albert Sans"/>
              </a:rPr>
              <a:t>*3</a:t>
            </a:r>
            <a:r>
              <a:rPr lang="en" sz="1600">
                <a:solidFill>
                  <a:schemeClr val="dk1"/>
                </a:solidFill>
                <a:latin typeface="Albert Sans"/>
                <a:ea typeface="Albert Sans"/>
                <a:cs typeface="Albert Sans"/>
                <a:sym typeface="Albert Sans"/>
              </a:rPr>
              <a:t> priority encoder </a:t>
            </a:r>
            <a:br>
              <a:rPr lang="en" sz="1600">
                <a:solidFill>
                  <a:schemeClr val="dk1"/>
                </a:solidFill>
                <a:latin typeface="Albert Sans"/>
                <a:ea typeface="Albert Sans"/>
                <a:cs typeface="Albert Sans"/>
                <a:sym typeface="Albert Sans"/>
              </a:rPr>
            </a:br>
            <a:r>
              <a:rPr lang="en" sz="1600">
                <a:solidFill>
                  <a:schemeClr val="dk1"/>
                </a:solidFill>
                <a:latin typeface="Albert Sans"/>
                <a:ea typeface="Albert Sans"/>
                <a:cs typeface="Albert Sans"/>
                <a:sym typeface="Albert Sans"/>
              </a:rPr>
              <a:t>(IC Model: CD74HC147)</a:t>
            </a:r>
            <a:endParaRPr sz="1600">
              <a:solidFill>
                <a:schemeClr val="dk1"/>
              </a:solidFill>
              <a:latin typeface="Albert Sans"/>
              <a:ea typeface="Albert Sans"/>
              <a:cs typeface="Albert Sans"/>
              <a:sym typeface="Albert Sans"/>
            </a:endParaRPr>
          </a:p>
          <a:p>
            <a:pPr indent="-330200" lvl="0" marL="457200" rtl="0" algn="l">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3 LEDs</a:t>
            </a:r>
            <a:endParaRPr sz="1600">
              <a:solidFill>
                <a:schemeClr val="dk1"/>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39"/>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Flash A/D Converter</a:t>
            </a:r>
            <a:endParaRPr/>
          </a:p>
        </p:txBody>
      </p:sp>
      <p:sp>
        <p:nvSpPr>
          <p:cNvPr id="1026" name="Google Shape;1026;p39"/>
          <p:cNvSpPr txBox="1"/>
          <p:nvPr/>
        </p:nvSpPr>
        <p:spPr>
          <a:xfrm>
            <a:off x="1128075" y="1112200"/>
            <a:ext cx="5730000" cy="324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100">
              <a:solidFill>
                <a:schemeClr val="dk1"/>
              </a:solidFill>
              <a:latin typeface="Albert Sans"/>
              <a:ea typeface="Albert Sans"/>
              <a:cs typeface="Albert Sans"/>
              <a:sym typeface="Albert Sans"/>
            </a:endParaRPr>
          </a:p>
          <a:p>
            <a:pPr indent="-317500" lvl="0" marL="457200" rtl="0" algn="l">
              <a:lnSpc>
                <a:spcPct val="115000"/>
              </a:lnSpc>
              <a:spcBef>
                <a:spcPts val="1200"/>
              </a:spcBef>
              <a:spcAft>
                <a:spcPts val="0"/>
              </a:spcAft>
              <a:buClr>
                <a:schemeClr val="dk1"/>
              </a:buClr>
              <a:buSzPts val="1400"/>
              <a:buAutoNum type="arabicPeriod"/>
            </a:pPr>
            <a:r>
              <a:rPr b="1" lang="en">
                <a:solidFill>
                  <a:schemeClr val="dk1"/>
                </a:solidFill>
                <a:latin typeface="Albert Sans"/>
                <a:ea typeface="Albert Sans"/>
                <a:cs typeface="Albert Sans"/>
                <a:sym typeface="Albert Sans"/>
              </a:rPr>
              <a:t>Speed:</a:t>
            </a:r>
            <a:r>
              <a:rPr lang="en">
                <a:solidFill>
                  <a:schemeClr val="dk1"/>
                </a:solidFill>
                <a:latin typeface="Albert Sans"/>
                <a:ea typeface="Albert Sans"/>
                <a:cs typeface="Albert Sans"/>
                <a:sym typeface="Albert Sans"/>
              </a:rPr>
              <a:t> Flash ADCs are fast, providing one output code per clock cycle.</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Clr>
                <a:schemeClr val="dk1"/>
              </a:buClr>
              <a:buSzPts val="1400"/>
              <a:buAutoNum type="arabicPeriod"/>
            </a:pPr>
            <a:r>
              <a:rPr b="1" lang="en">
                <a:solidFill>
                  <a:schemeClr val="dk1"/>
                </a:solidFill>
                <a:latin typeface="Albert Sans"/>
                <a:ea typeface="Albert Sans"/>
                <a:cs typeface="Albert Sans"/>
                <a:sym typeface="Albert Sans"/>
              </a:rPr>
              <a:t>Accuracy</a:t>
            </a:r>
            <a:r>
              <a:rPr lang="en">
                <a:solidFill>
                  <a:schemeClr val="dk1"/>
                </a:solidFill>
                <a:latin typeface="Albert Sans"/>
                <a:ea typeface="Albert Sans"/>
                <a:cs typeface="Albert Sans"/>
                <a:sym typeface="Albert Sans"/>
              </a:rPr>
              <a:t>: Achieving high accuracy requires matching the performance of all comparators.</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Clr>
                <a:schemeClr val="dk1"/>
              </a:buClr>
              <a:buSzPts val="1400"/>
              <a:buAutoNum type="arabicPeriod"/>
            </a:pPr>
            <a:r>
              <a:rPr b="1" lang="en">
                <a:solidFill>
                  <a:schemeClr val="dk1"/>
                </a:solidFill>
                <a:latin typeface="Albert Sans"/>
                <a:ea typeface="Albert Sans"/>
                <a:cs typeface="Albert Sans"/>
                <a:sym typeface="Albert Sans"/>
              </a:rPr>
              <a:t>Power:</a:t>
            </a:r>
            <a:r>
              <a:rPr lang="en">
                <a:solidFill>
                  <a:schemeClr val="dk1"/>
                </a:solidFill>
                <a:latin typeface="Albert Sans"/>
                <a:ea typeface="Albert Sans"/>
                <a:cs typeface="Albert Sans"/>
                <a:sym typeface="Albert Sans"/>
              </a:rPr>
              <a:t> Flash ADCs consume significant power due to simultaneous operation of all comparators.</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Clr>
                <a:schemeClr val="dk1"/>
              </a:buClr>
              <a:buSzPts val="1400"/>
              <a:buAutoNum type="arabicPeriod"/>
            </a:pPr>
            <a:r>
              <a:rPr b="1" lang="en">
                <a:solidFill>
                  <a:schemeClr val="dk1"/>
                </a:solidFill>
                <a:latin typeface="Albert Sans"/>
                <a:ea typeface="Albert Sans"/>
                <a:cs typeface="Albert Sans"/>
                <a:sym typeface="Albert Sans"/>
              </a:rPr>
              <a:t>Cost:</a:t>
            </a:r>
            <a:r>
              <a:rPr lang="en">
                <a:solidFill>
                  <a:schemeClr val="dk1"/>
                </a:solidFill>
                <a:latin typeface="Albert Sans"/>
                <a:ea typeface="Albert Sans"/>
                <a:cs typeface="Albert Sans"/>
                <a:sym typeface="Albert Sans"/>
              </a:rPr>
              <a:t> Implementing flash ADCs becomes expensive for higher resolutions.</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SzPts val="1400"/>
              <a:buAutoNum type="arabicPeriod"/>
            </a:pPr>
            <a:r>
              <a:rPr lang="en">
                <a:solidFill>
                  <a:schemeClr val="dk1"/>
                </a:solidFill>
                <a:latin typeface="Albert Sans"/>
                <a:ea typeface="Albert Sans"/>
                <a:cs typeface="Albert Sans"/>
                <a:sym typeface="Albert Sans"/>
              </a:rPr>
              <a:t>Trade-offs: Consider speed vs. resolution, power vs. accuracy, and component count vs. cost when designing a flash ADC . </a:t>
            </a:r>
            <a:endParaRPr/>
          </a:p>
          <a:p>
            <a:pPr indent="0" lvl="0" marL="0" rtl="0" algn="l">
              <a:spcBef>
                <a:spcPts val="1200"/>
              </a:spcBef>
              <a:spcAft>
                <a:spcPts val="0"/>
              </a:spcAft>
              <a:buNone/>
            </a:pPr>
            <a:r>
              <a:t/>
            </a:r>
            <a:endParaRPr>
              <a:solidFill>
                <a:schemeClr val="dk1"/>
              </a:solidFill>
              <a:latin typeface="Albert Sans"/>
              <a:ea typeface="Albert Sans"/>
              <a:cs typeface="Albert Sans"/>
              <a:sym typeface="Alber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40"/>
          <p:cNvSpPr txBox="1"/>
          <p:nvPr>
            <p:ph type="title"/>
          </p:nvPr>
        </p:nvSpPr>
        <p:spPr>
          <a:xfrm>
            <a:off x="3210650" y="491025"/>
            <a:ext cx="3536400" cy="69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Truth Table</a:t>
            </a:r>
            <a:endParaRPr sz="3000"/>
          </a:p>
        </p:txBody>
      </p:sp>
      <p:sp>
        <p:nvSpPr>
          <p:cNvPr id="1032" name="Google Shape;1032;p40"/>
          <p:cNvSpPr txBox="1"/>
          <p:nvPr/>
        </p:nvSpPr>
        <p:spPr>
          <a:xfrm>
            <a:off x="1090900" y="1351400"/>
            <a:ext cx="4994400" cy="39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Below Truth Table of 3-bit Flash ADC is Provided:</a:t>
            </a:r>
            <a:endParaRPr>
              <a:solidFill>
                <a:schemeClr val="dk1"/>
              </a:solidFill>
              <a:latin typeface="Albert Sans"/>
              <a:ea typeface="Albert Sans"/>
              <a:cs typeface="Albert Sans"/>
              <a:sym typeface="Albert Sans"/>
            </a:endParaRPr>
          </a:p>
        </p:txBody>
      </p:sp>
      <p:pic>
        <p:nvPicPr>
          <p:cNvPr id="1033" name="Google Shape;1033;p40"/>
          <p:cNvPicPr preferRelativeResize="0"/>
          <p:nvPr/>
        </p:nvPicPr>
        <p:blipFill>
          <a:blip r:embed="rId3">
            <a:alphaModFix/>
          </a:blip>
          <a:stretch>
            <a:fillRect/>
          </a:stretch>
        </p:blipFill>
        <p:spPr>
          <a:xfrm>
            <a:off x="1266825" y="1818500"/>
            <a:ext cx="6610350" cy="2790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41"/>
          <p:cNvSpPr txBox="1"/>
          <p:nvPr>
            <p:ph type="title"/>
          </p:nvPr>
        </p:nvSpPr>
        <p:spPr>
          <a:xfrm>
            <a:off x="716550" y="45397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Circuit Diagram of 3-bit Flash A/D converter</a:t>
            </a:r>
            <a:endParaRPr/>
          </a:p>
        </p:txBody>
      </p:sp>
      <p:sp>
        <p:nvSpPr>
          <p:cNvPr id="1039" name="Google Shape;1039;p41"/>
          <p:cNvSpPr txBox="1"/>
          <p:nvPr/>
        </p:nvSpPr>
        <p:spPr>
          <a:xfrm>
            <a:off x="773750" y="1026675"/>
            <a:ext cx="4642500" cy="3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1. Operational Amplifiers (Op-Amps):</a:t>
            </a:r>
            <a:endParaRPr b="1"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   The op-amps serve as the primary signal conditioning elements in the circuit.</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    They amplify and shape the analog input signal before it is compared to reference voltages by the comparators.</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2. Comparators:</a:t>
            </a:r>
            <a:endParaRPr b="1"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    Connected to the outputs of the op-amps, comparators compare the amplified analog signal with a set of reference voltages.</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  The number of comparators determines the resolution of the A/D Converter.</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b="1"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3. Voltage Reference:</a:t>
            </a:r>
            <a:endParaRPr b="1"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The voltage reference circuit generates stable and precise reference voltages required for accurate A/D conversion.</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This circuit ensures consistency and linearity in the conversion process.</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4. Flash Encoder:</a:t>
            </a:r>
            <a:endParaRPr b="1"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The flash encoder circuit receives the outputs of the comparators and encodes them into a binary digital output.</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000">
                <a:solidFill>
                  <a:schemeClr val="dk1"/>
                </a:solidFill>
                <a:latin typeface="Albert Sans"/>
                <a:ea typeface="Albert Sans"/>
                <a:cs typeface="Albert Sans"/>
                <a:sym typeface="Albert Sans"/>
              </a:rPr>
              <a:t>It determines which comparators have their inputs above or below their respective reference voltages, thereby generating the digital representation of the input signal's magnitude.</a:t>
            </a:r>
            <a:endParaRPr sz="10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7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7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7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pic>
        <p:nvPicPr>
          <p:cNvPr id="1040" name="Google Shape;1040;p41"/>
          <p:cNvPicPr preferRelativeResize="0"/>
          <p:nvPr/>
        </p:nvPicPr>
        <p:blipFill>
          <a:blip r:embed="rId3">
            <a:alphaModFix/>
          </a:blip>
          <a:stretch>
            <a:fillRect/>
          </a:stretch>
        </p:blipFill>
        <p:spPr>
          <a:xfrm>
            <a:off x="5311600" y="967912"/>
            <a:ext cx="3233575" cy="3664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42"/>
          <p:cNvSpPr txBox="1"/>
          <p:nvPr>
            <p:ph type="title"/>
          </p:nvPr>
        </p:nvSpPr>
        <p:spPr>
          <a:xfrm>
            <a:off x="720000" y="4296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Circuit Explanation</a:t>
            </a:r>
            <a:endParaRPr/>
          </a:p>
        </p:txBody>
      </p:sp>
      <p:sp>
        <p:nvSpPr>
          <p:cNvPr id="1046" name="Google Shape;1046;p42"/>
          <p:cNvSpPr txBox="1"/>
          <p:nvPr/>
        </p:nvSpPr>
        <p:spPr>
          <a:xfrm>
            <a:off x="871500" y="1002300"/>
            <a:ext cx="7704000" cy="35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Operational Amplifiers:</a:t>
            </a:r>
            <a:endParaRPr b="1">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At the heart of our A/D Converter are operational amplifiers (op-amps), which play a crucial role in amplifying and conditioning the analog input signal. The op-amp circuitry is designed to provide high gain and low output impedance, ensuring accurate signal processing throughout the conversion process.</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b="1">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a:solidFill>
                  <a:schemeClr val="dk1"/>
                </a:solidFill>
                <a:latin typeface="Albert Sans"/>
                <a:ea typeface="Albert Sans"/>
                <a:cs typeface="Albert Sans"/>
                <a:sym typeface="Albert Sans"/>
              </a:rPr>
              <a:t>Comparators:</a:t>
            </a:r>
            <a:endParaRPr b="1">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Connected to each output of the operational amplifiers are comparators, which compare the amplified analog input signal with a set of reference voltages. These reference voltages are generated by the voltage reference circuit and represent the decision thresholds for each bit of the digital output.</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a:solidFill>
                  <a:schemeClr val="dk1"/>
                </a:solidFill>
                <a:latin typeface="Albert Sans"/>
                <a:ea typeface="Albert Sans"/>
                <a:cs typeface="Albert Sans"/>
                <a:sym typeface="Albert Sans"/>
              </a:rPr>
              <a:t>Voltage Reference:</a:t>
            </a:r>
            <a:endParaRPr b="1">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a:ea typeface="Albert Sans"/>
                <a:cs typeface="Albert Sans"/>
                <a:sym typeface="Albert Sans"/>
              </a:rPr>
              <a:t>The voltage reference circuit generates stable and precise reference voltages required for the comparators' operation. It is essential for maintaining the accuracy and linearity of the A/D conversion process. Common voltage reference circuits include zener diode-based references or precision voltage regulators.</a:t>
            </a:r>
            <a:endParaRPr>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8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800">
              <a:solidFill>
                <a:schemeClr val="dk1"/>
              </a:solidFill>
              <a:latin typeface="Albert Sans"/>
              <a:ea typeface="Albert Sans"/>
              <a:cs typeface="Albert Sans"/>
              <a:sym typeface="Alber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43"/>
          <p:cNvSpPr txBox="1"/>
          <p:nvPr>
            <p:ph type="title"/>
          </p:nvPr>
        </p:nvSpPr>
        <p:spPr>
          <a:xfrm>
            <a:off x="720000" y="4173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Circuit Explanation</a:t>
            </a:r>
            <a:endParaRPr/>
          </a:p>
        </p:txBody>
      </p:sp>
      <p:sp>
        <p:nvSpPr>
          <p:cNvPr id="1052" name="Google Shape;1052;p43"/>
          <p:cNvSpPr txBox="1"/>
          <p:nvPr/>
        </p:nvSpPr>
        <p:spPr>
          <a:xfrm>
            <a:off x="807525" y="924500"/>
            <a:ext cx="7704000" cy="35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Albert Sans"/>
                <a:ea typeface="Albert Sans"/>
                <a:cs typeface="Albert Sans"/>
                <a:sym typeface="Albert Sans"/>
              </a:rPr>
              <a:t>Flash Encoder:</a:t>
            </a:r>
            <a:endParaRPr b="1" sz="13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300">
                <a:solidFill>
                  <a:schemeClr val="dk1"/>
                </a:solidFill>
                <a:latin typeface="Albert Sans"/>
                <a:ea typeface="Albert Sans"/>
                <a:cs typeface="Albert Sans"/>
                <a:sym typeface="Albert Sans"/>
              </a:rPr>
              <a:t>The outputs of the comparators are fed into a priority encoder circuit, which converts the analog input signal into a binary digital output. The priority encoder essentially determines which comparators have their inputs above or below their respective reference voltages, thus producing the digital output representing the input signal's magnitude.</a:t>
            </a:r>
            <a:endParaRPr sz="13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300">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sz="1300">
                <a:solidFill>
                  <a:schemeClr val="dk1"/>
                </a:solidFill>
                <a:latin typeface="Albert Sans"/>
                <a:ea typeface="Albert Sans"/>
                <a:cs typeface="Albert Sans"/>
                <a:sym typeface="Albert Sans"/>
              </a:rPr>
              <a:t>Signal Flow:</a:t>
            </a:r>
            <a:endParaRPr b="1" sz="13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300">
                <a:solidFill>
                  <a:schemeClr val="dk1"/>
                </a:solidFill>
                <a:latin typeface="Albert Sans"/>
                <a:ea typeface="Albert Sans"/>
                <a:cs typeface="Albert Sans"/>
                <a:sym typeface="Albert Sans"/>
              </a:rPr>
              <a:t>The signal flow through the A/D Converter starts with the analog input signal being amplified and conditioned by the operational amplifiers. The amplified signal is then compared with the reference voltages by the comparators, and the resulting outputs are encoded into a binary digital representation by the flash encoder circuit.</a:t>
            </a:r>
            <a:endParaRPr sz="13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300">
              <a:solidFill>
                <a:schemeClr val="dk1"/>
              </a:solidFill>
              <a:latin typeface="Albert Sans"/>
              <a:ea typeface="Albert Sans"/>
              <a:cs typeface="Albert Sans"/>
              <a:sym typeface="Albert Sans"/>
            </a:endParaRPr>
          </a:p>
          <a:p>
            <a:pPr indent="0" lvl="0" marL="0" rtl="0" algn="l">
              <a:spcBef>
                <a:spcPts val="0"/>
              </a:spcBef>
              <a:spcAft>
                <a:spcPts val="0"/>
              </a:spcAft>
              <a:buNone/>
            </a:pPr>
            <a:r>
              <a:rPr b="1" lang="en" sz="1300">
                <a:solidFill>
                  <a:schemeClr val="dk1"/>
                </a:solidFill>
                <a:latin typeface="Albert Sans"/>
                <a:ea typeface="Albert Sans"/>
                <a:cs typeface="Albert Sans"/>
                <a:sym typeface="Albert Sans"/>
              </a:rPr>
              <a:t>Overall Functionality:</a:t>
            </a:r>
            <a:endParaRPr b="1" sz="13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300">
                <a:solidFill>
                  <a:schemeClr val="dk1"/>
                </a:solidFill>
                <a:latin typeface="Albert Sans"/>
                <a:ea typeface="Albert Sans"/>
                <a:cs typeface="Albert Sans"/>
                <a:sym typeface="Albert Sans"/>
              </a:rPr>
              <a:t>By integrating these components into a cohesive circuit design, we create a high-speed, high-accuracy A/D Converter capable of converting analog signals into digital representations efficiently. Each component's precise operation ensures that the digital output accurately reflects the input signal's magnitude, making our A/D Converter suitable for a wide range of applications.</a:t>
            </a:r>
            <a:endParaRPr sz="13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800">
              <a:solidFill>
                <a:schemeClr val="dk1"/>
              </a:solidFill>
              <a:latin typeface="Albert Sans"/>
              <a:ea typeface="Albert Sans"/>
              <a:cs typeface="Albert Sans"/>
              <a:sym typeface="Alber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4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a:p>
            <a:pPr indent="0" lvl="0" marL="0" rtl="0" algn="l">
              <a:spcBef>
                <a:spcPts val="0"/>
              </a:spcBef>
              <a:spcAft>
                <a:spcPts val="0"/>
              </a:spcAft>
              <a:buNone/>
            </a:pPr>
            <a:r>
              <a:t/>
            </a:r>
            <a:endParaRPr/>
          </a:p>
        </p:txBody>
      </p:sp>
      <p:sp>
        <p:nvSpPr>
          <p:cNvPr id="1058" name="Google Shape;1058;p44"/>
          <p:cNvSpPr txBox="1"/>
          <p:nvPr/>
        </p:nvSpPr>
        <p:spPr>
          <a:xfrm>
            <a:off x="871100" y="1082750"/>
            <a:ext cx="7704000" cy="3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Albert Sans"/>
                <a:ea typeface="Albert Sans"/>
                <a:cs typeface="Albert Sans"/>
                <a:sym typeface="Albert Sans"/>
              </a:rPr>
              <a:t>In conclusion, the development of our 3-bit Flash-Type A/D Converter represents a significant advancement in analog-to-digital conversion technology. By combining theoretical knowledge with practical implementation considerations, we have demonstrated a robust and efficient solution for converting analog signals into digital representations. We look forward to further advancements and applications of A/D Converter technology in diverse fields, contributing to innovation and progress in the digital era.</a:t>
            </a:r>
            <a:endParaRPr sz="1900">
              <a:solidFill>
                <a:schemeClr val="dk1"/>
              </a:solidFill>
              <a:latin typeface="Albert Sans"/>
              <a:ea typeface="Albert Sans"/>
              <a:cs typeface="Albert Sans"/>
              <a:sym typeface="Alber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45"/>
          <p:cNvSpPr txBox="1"/>
          <p:nvPr>
            <p:ph type="title"/>
          </p:nvPr>
        </p:nvSpPr>
        <p:spPr>
          <a:xfrm>
            <a:off x="658925" y="1956025"/>
            <a:ext cx="7704000" cy="90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600"/>
              <a:t>THANK YOU!</a:t>
            </a:r>
            <a:endParaRPr sz="4600"/>
          </a:p>
          <a:p>
            <a:pPr indent="0" lvl="0" marL="0" rtl="0" algn="ctr">
              <a:spcBef>
                <a:spcPts val="0"/>
              </a:spcBef>
              <a:spcAft>
                <a:spcPts val="0"/>
              </a:spcAft>
              <a:buNone/>
            </a:pPr>
            <a:r>
              <a:t/>
            </a:r>
            <a:endParaRPr sz="4600"/>
          </a:p>
        </p:txBody>
      </p:sp>
    </p:spTree>
  </p:cSld>
  <p:clrMapOvr>
    <a:masterClrMapping/>
  </p:clrMapOvr>
</p:sld>
</file>

<file path=ppt/theme/theme1.xml><?xml version="1.0" encoding="utf-8"?>
<a:theme xmlns:a="http://schemas.openxmlformats.org/drawingml/2006/main" xmlns:r="http://schemas.openxmlformats.org/officeDocument/2006/relationships" name="Motherboard and Microprocessor by Slidesgo">
  <a:themeElements>
    <a:clrScheme name="Simple Light">
      <a:dk1>
        <a:srgbClr val="FFFFFF"/>
      </a:dk1>
      <a:lt1>
        <a:srgbClr val="011027"/>
      </a:lt1>
      <a:dk2>
        <a:srgbClr val="21DFD8"/>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
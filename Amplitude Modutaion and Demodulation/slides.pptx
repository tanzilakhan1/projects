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7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10287000" cx="18288000"/>
  <p:notesSz cx="6858000" cy="9144000"/>
  <p:embeddedFontLst>
    <p:embeddedFont>
      <p:font typeface="Roboto"/>
      <p:regular r:id="rId20"/>
      <p:bold r:id="rId21"/>
      <p:italic r:id="rId22"/>
      <p:boldItalic r:id="rId23"/>
    </p:embeddedFont>
    <p:embeddedFont>
      <p:font typeface="Archivo Black"/>
      <p:regular r:id="rId24"/>
    </p:embeddedFont>
    <p:embeddedFont>
      <p:font typeface="Open Sans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regular.fntdata"/><Relationship Id="rId22" Type="http://schemas.openxmlformats.org/officeDocument/2006/relationships/font" Target="fonts/Roboto-italic.fntdata"/><Relationship Id="rId21" Type="http://schemas.openxmlformats.org/officeDocument/2006/relationships/font" Target="fonts/Roboto-bold.fntdata"/><Relationship Id="rId24" Type="http://schemas.openxmlformats.org/officeDocument/2006/relationships/font" Target="fonts/ArchivoBlack-regular.fntdata"/><Relationship Id="rId23" Type="http://schemas.openxmlformats.org/officeDocument/2006/relationships/font" Target="fonts/Roboto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OpenSans-bold.fntdata"/><Relationship Id="rId25" Type="http://schemas.openxmlformats.org/officeDocument/2006/relationships/font" Target="fonts/OpenSans-regular.fntdata"/><Relationship Id="rId28" Type="http://schemas.openxmlformats.org/officeDocument/2006/relationships/font" Target="fonts/OpenSans-boldItalic.fntdata"/><Relationship Id="rId27" Type="http://schemas.openxmlformats.org/officeDocument/2006/relationships/font" Target="fonts/OpenSans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29bfa9903d_0_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g329bfa9903d_0_18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29bfa9903d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g329bfa9903d_0_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29bfa9903d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g329bfa9903d_0_5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29bfa9903d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g329bfa9903d_0_7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29bfa9903d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g329bfa9903d_0_1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29bfa9903d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g329bfa9903d_0_12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29bfa9903d_0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g329bfa9903d_0_14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29bfa9903d_0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g329bfa9903d_0_15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2a0b861e9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g32a0b861e92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" name="Google Shape;11;p3"/>
          <p:cNvGrpSpPr/>
          <p:nvPr/>
        </p:nvGrpSpPr>
        <p:grpSpPr>
          <a:xfrm>
            <a:off x="629084" y="573225"/>
            <a:ext cx="17030236" cy="8996375"/>
            <a:chOff x="0" y="-38100"/>
            <a:chExt cx="4485300" cy="2369400"/>
          </a:xfrm>
        </p:grpSpPr>
        <p:sp>
          <p:nvSpPr>
            <p:cNvPr id="12" name="Google Shape;12;p3"/>
            <p:cNvSpPr/>
            <p:nvPr/>
          </p:nvSpPr>
          <p:spPr>
            <a:xfrm>
              <a:off x="0" y="0"/>
              <a:ext cx="4485224" cy="2331187"/>
            </a:xfrm>
            <a:custGeom>
              <a:rect b="b" l="l" r="r" t="t"/>
              <a:pathLst>
                <a:path extrusionOk="0" h="2331187" w="4485224">
                  <a:moveTo>
                    <a:pt x="0" y="0"/>
                  </a:moveTo>
                  <a:lnTo>
                    <a:pt x="4485224" y="0"/>
                  </a:lnTo>
                  <a:lnTo>
                    <a:pt x="4485224" y="2331187"/>
                  </a:lnTo>
                  <a:lnTo>
                    <a:pt x="0" y="2331187"/>
                  </a:lnTo>
                  <a:close/>
                </a:path>
              </a:pathLst>
            </a:custGeom>
            <a:solidFill>
              <a:srgbClr val="1A1C1F"/>
            </a:solidFill>
            <a:ln>
              <a:noFill/>
            </a:ln>
          </p:spPr>
        </p:sp>
        <p:sp>
          <p:nvSpPr>
            <p:cNvPr id="13" name="Google Shape;13;p3"/>
            <p:cNvSpPr txBox="1"/>
            <p:nvPr/>
          </p:nvSpPr>
          <p:spPr>
            <a:xfrm>
              <a:off x="0" y="-38100"/>
              <a:ext cx="4485300" cy="236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4" name="Google Shape;14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9550" y="56804"/>
            <a:ext cx="17719649" cy="10382595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3"/>
          <p:cNvSpPr txBox="1"/>
          <p:nvPr>
            <p:ph type="ctrTitle"/>
          </p:nvPr>
        </p:nvSpPr>
        <p:spPr>
          <a:xfrm>
            <a:off x="1447800" y="1597025"/>
            <a:ext cx="11417100" cy="14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" type="subTitle"/>
          </p:nvPr>
        </p:nvSpPr>
        <p:spPr>
          <a:xfrm>
            <a:off x="5943600" y="4651175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SzPts val="3200"/>
              <a:buNone/>
              <a:defRPr/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" name="Google Shape;19;p4"/>
          <p:cNvGrpSpPr/>
          <p:nvPr/>
        </p:nvGrpSpPr>
        <p:grpSpPr>
          <a:xfrm>
            <a:off x="629084" y="573225"/>
            <a:ext cx="17030236" cy="8996375"/>
            <a:chOff x="0" y="-38100"/>
            <a:chExt cx="4485300" cy="2369400"/>
          </a:xfrm>
        </p:grpSpPr>
        <p:sp>
          <p:nvSpPr>
            <p:cNvPr id="20" name="Google Shape;20;p4"/>
            <p:cNvSpPr/>
            <p:nvPr/>
          </p:nvSpPr>
          <p:spPr>
            <a:xfrm>
              <a:off x="0" y="0"/>
              <a:ext cx="4485224" cy="2331187"/>
            </a:xfrm>
            <a:custGeom>
              <a:rect b="b" l="l" r="r" t="t"/>
              <a:pathLst>
                <a:path extrusionOk="0" h="2331187" w="4485224">
                  <a:moveTo>
                    <a:pt x="0" y="0"/>
                  </a:moveTo>
                  <a:lnTo>
                    <a:pt x="4485224" y="0"/>
                  </a:lnTo>
                  <a:lnTo>
                    <a:pt x="4485224" y="2331187"/>
                  </a:lnTo>
                  <a:lnTo>
                    <a:pt x="0" y="2331187"/>
                  </a:lnTo>
                  <a:close/>
                </a:path>
              </a:pathLst>
            </a:custGeom>
            <a:solidFill>
              <a:srgbClr val="1A1C1F"/>
            </a:solidFill>
            <a:ln>
              <a:noFill/>
            </a:ln>
          </p:spPr>
        </p:sp>
        <p:sp>
          <p:nvSpPr>
            <p:cNvPr id="21" name="Google Shape;21;p4"/>
            <p:cNvSpPr txBox="1"/>
            <p:nvPr/>
          </p:nvSpPr>
          <p:spPr>
            <a:xfrm>
              <a:off x="0" y="-38100"/>
              <a:ext cx="4485300" cy="236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2" name="Google Shape;22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9550" y="56804"/>
            <a:ext cx="17719649" cy="1038259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4"/>
          <p:cNvSpPr txBox="1"/>
          <p:nvPr>
            <p:ph type="title"/>
          </p:nvPr>
        </p:nvSpPr>
        <p:spPr>
          <a:xfrm>
            <a:off x="1443625" y="1703950"/>
            <a:ext cx="116457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" type="body"/>
          </p:nvPr>
        </p:nvSpPr>
        <p:spPr>
          <a:xfrm>
            <a:off x="5034575" y="4780925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5"/>
          <p:cNvGrpSpPr/>
          <p:nvPr/>
        </p:nvGrpSpPr>
        <p:grpSpPr>
          <a:xfrm>
            <a:off x="629084" y="573225"/>
            <a:ext cx="17030236" cy="8996375"/>
            <a:chOff x="0" y="-38100"/>
            <a:chExt cx="4485300" cy="2369400"/>
          </a:xfrm>
        </p:grpSpPr>
        <p:sp>
          <p:nvSpPr>
            <p:cNvPr id="28" name="Google Shape;28;p5"/>
            <p:cNvSpPr/>
            <p:nvPr/>
          </p:nvSpPr>
          <p:spPr>
            <a:xfrm>
              <a:off x="0" y="0"/>
              <a:ext cx="4485224" cy="2331187"/>
            </a:xfrm>
            <a:custGeom>
              <a:rect b="b" l="l" r="r" t="t"/>
              <a:pathLst>
                <a:path extrusionOk="0" h="2331187" w="4485224">
                  <a:moveTo>
                    <a:pt x="0" y="0"/>
                  </a:moveTo>
                  <a:lnTo>
                    <a:pt x="4485224" y="0"/>
                  </a:lnTo>
                  <a:lnTo>
                    <a:pt x="4485224" y="2331187"/>
                  </a:lnTo>
                  <a:lnTo>
                    <a:pt x="0" y="2331187"/>
                  </a:lnTo>
                  <a:close/>
                </a:path>
              </a:pathLst>
            </a:custGeom>
            <a:solidFill>
              <a:srgbClr val="1A1C1F"/>
            </a:solidFill>
            <a:ln>
              <a:noFill/>
            </a:ln>
          </p:spPr>
        </p:sp>
        <p:sp>
          <p:nvSpPr>
            <p:cNvPr id="29" name="Google Shape;29;p5"/>
            <p:cNvSpPr txBox="1"/>
            <p:nvPr/>
          </p:nvSpPr>
          <p:spPr>
            <a:xfrm>
              <a:off x="0" y="-38100"/>
              <a:ext cx="4485300" cy="236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0" name="Google Shape;30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9550" y="56804"/>
            <a:ext cx="17719649" cy="10382595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5"/>
          <p:cNvSpPr txBox="1"/>
          <p:nvPr>
            <p:ph type="title"/>
          </p:nvPr>
        </p:nvSpPr>
        <p:spPr>
          <a:xfrm>
            <a:off x="1406800" y="1135650"/>
            <a:ext cx="11320200" cy="13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None/>
              <a:defRPr cap="none"/>
            </a:lvl1pPr>
            <a:lvl2pPr lvl="1">
              <a:spcBef>
                <a:spcPts val="0"/>
              </a:spcBef>
              <a:spcAft>
                <a:spcPts val="0"/>
              </a:spcAft>
              <a:buSzPts val="7000"/>
              <a:buFont typeface="Archivo Black"/>
              <a:buNone/>
              <a:defRPr sz="7000">
                <a:latin typeface="Archivo Black"/>
                <a:ea typeface="Archivo Black"/>
                <a:cs typeface="Archivo Black"/>
                <a:sym typeface="Archivo Blac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0"/>
              <a:buFont typeface="Archivo Black"/>
              <a:buNone/>
              <a:defRPr sz="7000">
                <a:latin typeface="Archivo Black"/>
                <a:ea typeface="Archivo Black"/>
                <a:cs typeface="Archivo Black"/>
                <a:sym typeface="Archivo Blac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0"/>
              <a:buFont typeface="Archivo Black"/>
              <a:buNone/>
              <a:defRPr sz="7000">
                <a:latin typeface="Archivo Black"/>
                <a:ea typeface="Archivo Black"/>
                <a:cs typeface="Archivo Black"/>
                <a:sym typeface="Archivo Blac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0"/>
              <a:buFont typeface="Archivo Black"/>
              <a:buNone/>
              <a:defRPr sz="7000">
                <a:latin typeface="Archivo Black"/>
                <a:ea typeface="Archivo Black"/>
                <a:cs typeface="Archivo Black"/>
                <a:sym typeface="Archivo Blac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0"/>
              <a:buFont typeface="Archivo Black"/>
              <a:buNone/>
              <a:defRPr sz="7000">
                <a:latin typeface="Archivo Black"/>
                <a:ea typeface="Archivo Black"/>
                <a:cs typeface="Archivo Black"/>
                <a:sym typeface="Archivo Blac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0"/>
              <a:buFont typeface="Archivo Black"/>
              <a:buNone/>
              <a:defRPr sz="7000">
                <a:latin typeface="Archivo Black"/>
                <a:ea typeface="Archivo Black"/>
                <a:cs typeface="Archivo Black"/>
                <a:sym typeface="Archivo Blac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0"/>
              <a:buFont typeface="Archivo Black"/>
              <a:buNone/>
              <a:defRPr sz="7000">
                <a:latin typeface="Archivo Black"/>
                <a:ea typeface="Archivo Black"/>
                <a:cs typeface="Archivo Black"/>
                <a:sym typeface="Archivo Blac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0"/>
              <a:buFont typeface="Archivo Black"/>
              <a:buNone/>
              <a:defRPr sz="7000">
                <a:latin typeface="Archivo Black"/>
                <a:ea typeface="Archivo Black"/>
                <a:cs typeface="Archivo Black"/>
                <a:sym typeface="Archivo Black"/>
              </a:defRPr>
            </a:lvl9pPr>
          </a:lstStyle>
          <a:p/>
        </p:txBody>
      </p:sp>
      <p:sp>
        <p:nvSpPr>
          <p:cNvPr id="32" name="Google Shape;32;p5"/>
          <p:cNvSpPr txBox="1"/>
          <p:nvPr>
            <p:ph idx="1" type="body"/>
          </p:nvPr>
        </p:nvSpPr>
        <p:spPr>
          <a:xfrm>
            <a:off x="5257788" y="6188088"/>
            <a:ext cx="77724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SzPts val="2100"/>
              <a:buNone/>
              <a:defRPr/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SzPts val="2100"/>
              <a:buNone/>
              <a:defRPr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SzPts val="2100"/>
              <a:buNone/>
              <a:defRPr/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SzPts val="2100"/>
              <a:buNone/>
              <a:defRPr/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SzPts val="2100"/>
              <a:buNone/>
              <a:defRPr/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SzPts val="2100"/>
              <a:buNone/>
              <a:defRPr/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SzPts val="2100"/>
              <a:buNone/>
              <a:defRPr/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SzPts val="2100"/>
              <a:buNone/>
              <a:defRPr/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SzPts val="2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5" name="Google Shape;35;p6"/>
          <p:cNvGrpSpPr/>
          <p:nvPr/>
        </p:nvGrpSpPr>
        <p:grpSpPr>
          <a:xfrm>
            <a:off x="629084" y="573225"/>
            <a:ext cx="17030236" cy="8996375"/>
            <a:chOff x="0" y="-38100"/>
            <a:chExt cx="4485300" cy="2369400"/>
          </a:xfrm>
        </p:grpSpPr>
        <p:sp>
          <p:nvSpPr>
            <p:cNvPr id="36" name="Google Shape;36;p6"/>
            <p:cNvSpPr/>
            <p:nvPr/>
          </p:nvSpPr>
          <p:spPr>
            <a:xfrm>
              <a:off x="0" y="0"/>
              <a:ext cx="4485224" cy="2331187"/>
            </a:xfrm>
            <a:custGeom>
              <a:rect b="b" l="l" r="r" t="t"/>
              <a:pathLst>
                <a:path extrusionOk="0" h="2331187" w="4485224">
                  <a:moveTo>
                    <a:pt x="0" y="0"/>
                  </a:moveTo>
                  <a:lnTo>
                    <a:pt x="4485224" y="0"/>
                  </a:lnTo>
                  <a:lnTo>
                    <a:pt x="4485224" y="2331187"/>
                  </a:lnTo>
                  <a:lnTo>
                    <a:pt x="0" y="2331187"/>
                  </a:lnTo>
                  <a:close/>
                </a:path>
              </a:pathLst>
            </a:custGeom>
            <a:solidFill>
              <a:srgbClr val="1A1C1F"/>
            </a:solidFill>
            <a:ln>
              <a:noFill/>
            </a:ln>
          </p:spPr>
        </p:sp>
        <p:sp>
          <p:nvSpPr>
            <p:cNvPr id="37" name="Google Shape;37;p6"/>
            <p:cNvSpPr txBox="1"/>
            <p:nvPr/>
          </p:nvSpPr>
          <p:spPr>
            <a:xfrm>
              <a:off x="0" y="-38100"/>
              <a:ext cx="4485300" cy="236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8" name="Google Shape;38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9550" y="56804"/>
            <a:ext cx="17719649" cy="1038259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6"/>
          <p:cNvSpPr txBox="1"/>
          <p:nvPr>
            <p:ph type="title"/>
          </p:nvPr>
        </p:nvSpPr>
        <p:spPr>
          <a:xfrm>
            <a:off x="1443625" y="1703950"/>
            <a:ext cx="116457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1" type="body"/>
          </p:nvPr>
        </p:nvSpPr>
        <p:spPr>
          <a:xfrm>
            <a:off x="2943175" y="4176975"/>
            <a:ext cx="50622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95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/>
            </a:lvl1pPr>
            <a:lvl2pPr indent="-36195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/>
            </a:lvl2pPr>
            <a:lvl3pPr indent="-36195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/>
            </a:lvl3pPr>
            <a:lvl4pPr indent="-36195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/>
            </a:lvl4pPr>
            <a:lvl5pPr indent="-36195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100"/>
              <a:buChar char="»"/>
              <a:defRPr/>
            </a:lvl5pPr>
            <a:lvl6pPr indent="-36195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/>
            </a:lvl6pPr>
            <a:lvl7pPr indent="-36195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/>
            </a:lvl7pPr>
            <a:lvl8pPr indent="-36195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/>
            </a:lvl8pPr>
            <a:lvl9pPr indent="-36195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/>
            </a:lvl9pPr>
          </a:lstStyle>
          <a:p/>
        </p:txBody>
      </p:sp>
      <p:sp>
        <p:nvSpPr>
          <p:cNvPr id="41" name="Google Shape;41;p6"/>
          <p:cNvSpPr txBox="1"/>
          <p:nvPr>
            <p:ph idx="2" type="body"/>
          </p:nvPr>
        </p:nvSpPr>
        <p:spPr>
          <a:xfrm>
            <a:off x="8196503" y="4176975"/>
            <a:ext cx="50622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95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/>
            </a:lvl1pPr>
            <a:lvl2pPr indent="-36195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/>
            </a:lvl2pPr>
            <a:lvl3pPr indent="-36195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/>
            </a:lvl3pPr>
            <a:lvl4pPr indent="-36195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/>
            </a:lvl4pPr>
            <a:lvl5pPr indent="-36195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100"/>
              <a:buChar char="»"/>
              <a:defRPr/>
            </a:lvl5pPr>
            <a:lvl6pPr indent="-36195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/>
            </a:lvl6pPr>
            <a:lvl7pPr indent="-36195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/>
            </a:lvl7pPr>
            <a:lvl8pPr indent="-36195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/>
            </a:lvl8pPr>
            <a:lvl9pPr indent="-36195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Google Shape;43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4" name="Google Shape;44;p7"/>
          <p:cNvGrpSpPr/>
          <p:nvPr/>
        </p:nvGrpSpPr>
        <p:grpSpPr>
          <a:xfrm>
            <a:off x="629084" y="573225"/>
            <a:ext cx="17030236" cy="8996375"/>
            <a:chOff x="0" y="-38100"/>
            <a:chExt cx="4485300" cy="2369400"/>
          </a:xfrm>
        </p:grpSpPr>
        <p:sp>
          <p:nvSpPr>
            <p:cNvPr id="45" name="Google Shape;45;p7"/>
            <p:cNvSpPr/>
            <p:nvPr/>
          </p:nvSpPr>
          <p:spPr>
            <a:xfrm>
              <a:off x="0" y="0"/>
              <a:ext cx="4485224" cy="2331187"/>
            </a:xfrm>
            <a:custGeom>
              <a:rect b="b" l="l" r="r" t="t"/>
              <a:pathLst>
                <a:path extrusionOk="0" h="2331187" w="4485224">
                  <a:moveTo>
                    <a:pt x="0" y="0"/>
                  </a:moveTo>
                  <a:lnTo>
                    <a:pt x="4485224" y="0"/>
                  </a:lnTo>
                  <a:lnTo>
                    <a:pt x="4485224" y="2331187"/>
                  </a:lnTo>
                  <a:lnTo>
                    <a:pt x="0" y="2331187"/>
                  </a:lnTo>
                  <a:close/>
                </a:path>
              </a:pathLst>
            </a:custGeom>
            <a:solidFill>
              <a:srgbClr val="1A1C1F"/>
            </a:solidFill>
            <a:ln>
              <a:noFill/>
            </a:ln>
          </p:spPr>
        </p:sp>
        <p:sp>
          <p:nvSpPr>
            <p:cNvPr id="46" name="Google Shape;46;p7"/>
            <p:cNvSpPr txBox="1"/>
            <p:nvPr/>
          </p:nvSpPr>
          <p:spPr>
            <a:xfrm>
              <a:off x="0" y="-38100"/>
              <a:ext cx="4485300" cy="236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47" name="Google Shape;47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9550" y="56804"/>
            <a:ext cx="17719649" cy="10382595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7"/>
          <p:cNvSpPr txBox="1"/>
          <p:nvPr>
            <p:ph type="title"/>
          </p:nvPr>
        </p:nvSpPr>
        <p:spPr>
          <a:xfrm>
            <a:off x="1443625" y="1703950"/>
            <a:ext cx="116457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" type="body"/>
          </p:nvPr>
        </p:nvSpPr>
        <p:spPr>
          <a:xfrm>
            <a:off x="2923050" y="4550350"/>
            <a:ext cx="50739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95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/>
            </a:lvl1pPr>
            <a:lvl2pPr indent="-36195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/>
            </a:lvl2pPr>
            <a:lvl3pPr indent="-36195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/>
            </a:lvl3pPr>
            <a:lvl4pPr indent="-36195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/>
            </a:lvl4pPr>
            <a:lvl5pPr indent="-36195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100"/>
              <a:buChar char="»"/>
              <a:defRPr/>
            </a:lvl5pPr>
            <a:lvl6pPr indent="-36195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/>
            </a:lvl6pPr>
            <a:lvl7pPr indent="-36195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/>
            </a:lvl7pPr>
            <a:lvl8pPr indent="-36195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/>
            </a:lvl8pPr>
            <a:lvl9pPr indent="-36195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/>
            </a:lvl9pPr>
          </a:lstStyle>
          <a:p/>
        </p:txBody>
      </p:sp>
      <p:sp>
        <p:nvSpPr>
          <p:cNvPr id="50" name="Google Shape;50;p7"/>
          <p:cNvSpPr txBox="1"/>
          <p:nvPr>
            <p:ph idx="2" type="body"/>
          </p:nvPr>
        </p:nvSpPr>
        <p:spPr>
          <a:xfrm>
            <a:off x="8182623" y="4550350"/>
            <a:ext cx="50763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95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/>
            </a:lvl1pPr>
            <a:lvl2pPr indent="-36195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/>
            </a:lvl2pPr>
            <a:lvl3pPr indent="-36195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/>
            </a:lvl3pPr>
            <a:lvl4pPr indent="-36195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/>
            </a:lvl4pPr>
            <a:lvl5pPr indent="-36195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100"/>
              <a:buChar char="»"/>
              <a:defRPr/>
            </a:lvl5pPr>
            <a:lvl6pPr indent="-36195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/>
            </a:lvl6pPr>
            <a:lvl7pPr indent="-36195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/>
            </a:lvl7pPr>
            <a:lvl8pPr indent="-36195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/>
            </a:lvl8pPr>
            <a:lvl9pPr indent="-36195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Google Shape;52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3" name="Google Shape;53;p8"/>
          <p:cNvGrpSpPr/>
          <p:nvPr/>
        </p:nvGrpSpPr>
        <p:grpSpPr>
          <a:xfrm>
            <a:off x="629084" y="573225"/>
            <a:ext cx="17030236" cy="8996375"/>
            <a:chOff x="0" y="-38100"/>
            <a:chExt cx="4485300" cy="2369400"/>
          </a:xfrm>
        </p:grpSpPr>
        <p:sp>
          <p:nvSpPr>
            <p:cNvPr id="54" name="Google Shape;54;p8"/>
            <p:cNvSpPr/>
            <p:nvPr/>
          </p:nvSpPr>
          <p:spPr>
            <a:xfrm>
              <a:off x="0" y="0"/>
              <a:ext cx="4485224" cy="2331187"/>
            </a:xfrm>
            <a:custGeom>
              <a:rect b="b" l="l" r="r" t="t"/>
              <a:pathLst>
                <a:path extrusionOk="0" h="2331187" w="4485224">
                  <a:moveTo>
                    <a:pt x="0" y="0"/>
                  </a:moveTo>
                  <a:lnTo>
                    <a:pt x="4485224" y="0"/>
                  </a:lnTo>
                  <a:lnTo>
                    <a:pt x="4485224" y="2331187"/>
                  </a:lnTo>
                  <a:lnTo>
                    <a:pt x="0" y="2331187"/>
                  </a:lnTo>
                  <a:close/>
                </a:path>
              </a:pathLst>
            </a:custGeom>
            <a:solidFill>
              <a:srgbClr val="1A1C1F"/>
            </a:solidFill>
            <a:ln>
              <a:noFill/>
            </a:ln>
          </p:spPr>
        </p:sp>
        <p:sp>
          <p:nvSpPr>
            <p:cNvPr id="55" name="Google Shape;55;p8"/>
            <p:cNvSpPr txBox="1"/>
            <p:nvPr/>
          </p:nvSpPr>
          <p:spPr>
            <a:xfrm>
              <a:off x="0" y="-38100"/>
              <a:ext cx="4485300" cy="236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56" name="Google Shape;56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9550" y="56804"/>
            <a:ext cx="17719649" cy="1038259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8"/>
          <p:cNvSpPr txBox="1"/>
          <p:nvPr>
            <p:ph type="title"/>
          </p:nvPr>
        </p:nvSpPr>
        <p:spPr>
          <a:xfrm>
            <a:off x="1443625" y="1703950"/>
            <a:ext cx="116457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0" name="Google Shape;60;p9"/>
          <p:cNvGrpSpPr/>
          <p:nvPr/>
        </p:nvGrpSpPr>
        <p:grpSpPr>
          <a:xfrm>
            <a:off x="629084" y="573225"/>
            <a:ext cx="17030236" cy="8996375"/>
            <a:chOff x="0" y="-38100"/>
            <a:chExt cx="4485300" cy="2369400"/>
          </a:xfrm>
        </p:grpSpPr>
        <p:sp>
          <p:nvSpPr>
            <p:cNvPr id="61" name="Google Shape;61;p9"/>
            <p:cNvSpPr/>
            <p:nvPr/>
          </p:nvSpPr>
          <p:spPr>
            <a:xfrm>
              <a:off x="0" y="0"/>
              <a:ext cx="4485224" cy="2331187"/>
            </a:xfrm>
            <a:custGeom>
              <a:rect b="b" l="l" r="r" t="t"/>
              <a:pathLst>
                <a:path extrusionOk="0" h="2331187" w="4485224">
                  <a:moveTo>
                    <a:pt x="0" y="0"/>
                  </a:moveTo>
                  <a:lnTo>
                    <a:pt x="4485224" y="0"/>
                  </a:lnTo>
                  <a:lnTo>
                    <a:pt x="4485224" y="2331187"/>
                  </a:lnTo>
                  <a:lnTo>
                    <a:pt x="0" y="2331187"/>
                  </a:lnTo>
                  <a:close/>
                </a:path>
              </a:pathLst>
            </a:custGeom>
            <a:solidFill>
              <a:srgbClr val="1A1C1F"/>
            </a:solidFill>
            <a:ln>
              <a:noFill/>
            </a:ln>
          </p:spPr>
        </p:sp>
        <p:sp>
          <p:nvSpPr>
            <p:cNvPr id="62" name="Google Shape;62;p9"/>
            <p:cNvSpPr txBox="1"/>
            <p:nvPr/>
          </p:nvSpPr>
          <p:spPr>
            <a:xfrm>
              <a:off x="0" y="-38100"/>
              <a:ext cx="4485300" cy="236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63" name="Google Shape;63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9550" y="56804"/>
            <a:ext cx="17719649" cy="10382595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9"/>
          <p:cNvSpPr txBox="1"/>
          <p:nvPr>
            <p:ph type="title"/>
          </p:nvPr>
        </p:nvSpPr>
        <p:spPr>
          <a:xfrm>
            <a:off x="1413350" y="2304800"/>
            <a:ext cx="11001300" cy="1161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0"/>
              <a:buFont typeface="Archivo Black"/>
              <a:buNone/>
              <a:defRPr sz="7000">
                <a:latin typeface="Archivo Black"/>
                <a:ea typeface="Archivo Black"/>
                <a:cs typeface="Archivo Black"/>
                <a:sym typeface="Archivo Blac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0"/>
              <a:buFont typeface="Archivo Black"/>
              <a:buNone/>
              <a:defRPr sz="7000">
                <a:latin typeface="Archivo Black"/>
                <a:ea typeface="Archivo Black"/>
                <a:cs typeface="Archivo Black"/>
                <a:sym typeface="Archivo Blac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0"/>
              <a:buFont typeface="Archivo Black"/>
              <a:buNone/>
              <a:defRPr sz="7000">
                <a:latin typeface="Archivo Black"/>
                <a:ea typeface="Archivo Black"/>
                <a:cs typeface="Archivo Black"/>
                <a:sym typeface="Archivo Blac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0"/>
              <a:buFont typeface="Archivo Black"/>
              <a:buNone/>
              <a:defRPr sz="7000">
                <a:latin typeface="Archivo Black"/>
                <a:ea typeface="Archivo Black"/>
                <a:cs typeface="Archivo Black"/>
                <a:sym typeface="Archivo Blac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0"/>
              <a:buFont typeface="Archivo Black"/>
              <a:buNone/>
              <a:defRPr sz="7000">
                <a:latin typeface="Archivo Black"/>
                <a:ea typeface="Archivo Black"/>
                <a:cs typeface="Archivo Black"/>
                <a:sym typeface="Archivo Blac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0"/>
              <a:buFont typeface="Archivo Black"/>
              <a:buNone/>
              <a:defRPr sz="7000">
                <a:latin typeface="Archivo Black"/>
                <a:ea typeface="Archivo Black"/>
                <a:cs typeface="Archivo Black"/>
                <a:sym typeface="Archivo Blac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0"/>
              <a:buFont typeface="Archivo Black"/>
              <a:buNone/>
              <a:defRPr sz="7000">
                <a:latin typeface="Archivo Black"/>
                <a:ea typeface="Archivo Black"/>
                <a:cs typeface="Archivo Black"/>
                <a:sym typeface="Archivo Blac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0"/>
              <a:buFont typeface="Archivo Black"/>
              <a:buNone/>
              <a:defRPr sz="7000">
                <a:latin typeface="Archivo Black"/>
                <a:ea typeface="Archivo Black"/>
                <a:cs typeface="Archivo Black"/>
                <a:sym typeface="Archivo Black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" type="body"/>
          </p:nvPr>
        </p:nvSpPr>
        <p:spPr>
          <a:xfrm>
            <a:off x="8408750" y="4172925"/>
            <a:ext cx="5111700" cy="37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95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/>
            </a:lvl1pPr>
            <a:lvl2pPr indent="-36195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/>
            </a:lvl2pPr>
            <a:lvl3pPr indent="-36195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/>
            </a:lvl3pPr>
            <a:lvl4pPr indent="-36195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/>
            </a:lvl4pPr>
            <a:lvl5pPr indent="-36195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»"/>
              <a:defRPr/>
            </a:lvl5pPr>
            <a:lvl6pPr indent="-36195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/>
            </a:lvl6pPr>
            <a:lvl7pPr indent="-36195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/>
            </a:lvl7pPr>
            <a:lvl8pPr indent="-36195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/>
            </a:lvl8pPr>
            <a:lvl9pPr indent="-36195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/>
            </a:lvl9pPr>
          </a:lstStyle>
          <a:p/>
        </p:txBody>
      </p:sp>
      <p:sp>
        <p:nvSpPr>
          <p:cNvPr id="66" name="Google Shape;66;p9"/>
          <p:cNvSpPr txBox="1"/>
          <p:nvPr>
            <p:ph idx="2" type="body"/>
          </p:nvPr>
        </p:nvSpPr>
        <p:spPr>
          <a:xfrm>
            <a:off x="2399625" y="4172925"/>
            <a:ext cx="5637900" cy="46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9" name="Google Shape;69;p10"/>
          <p:cNvGrpSpPr/>
          <p:nvPr/>
        </p:nvGrpSpPr>
        <p:grpSpPr>
          <a:xfrm>
            <a:off x="629084" y="573225"/>
            <a:ext cx="17030236" cy="8996375"/>
            <a:chOff x="0" y="-38100"/>
            <a:chExt cx="4485300" cy="2369400"/>
          </a:xfrm>
        </p:grpSpPr>
        <p:sp>
          <p:nvSpPr>
            <p:cNvPr id="70" name="Google Shape;70;p10"/>
            <p:cNvSpPr/>
            <p:nvPr/>
          </p:nvSpPr>
          <p:spPr>
            <a:xfrm>
              <a:off x="0" y="0"/>
              <a:ext cx="4485224" cy="2331187"/>
            </a:xfrm>
            <a:custGeom>
              <a:rect b="b" l="l" r="r" t="t"/>
              <a:pathLst>
                <a:path extrusionOk="0" h="2331187" w="4485224">
                  <a:moveTo>
                    <a:pt x="0" y="0"/>
                  </a:moveTo>
                  <a:lnTo>
                    <a:pt x="4485224" y="0"/>
                  </a:lnTo>
                  <a:lnTo>
                    <a:pt x="4485224" y="2331187"/>
                  </a:lnTo>
                  <a:lnTo>
                    <a:pt x="0" y="2331187"/>
                  </a:lnTo>
                  <a:close/>
                </a:path>
              </a:pathLst>
            </a:custGeom>
            <a:solidFill>
              <a:srgbClr val="1A1C1F"/>
            </a:solidFill>
            <a:ln>
              <a:noFill/>
            </a:ln>
          </p:spPr>
        </p:sp>
        <p:sp>
          <p:nvSpPr>
            <p:cNvPr id="71" name="Google Shape;71;p10"/>
            <p:cNvSpPr txBox="1"/>
            <p:nvPr/>
          </p:nvSpPr>
          <p:spPr>
            <a:xfrm>
              <a:off x="0" y="-38100"/>
              <a:ext cx="4485300" cy="236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72" name="Google Shape;72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9550" y="56804"/>
            <a:ext cx="17719649" cy="10382595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>
            <p:ph type="title"/>
          </p:nvPr>
        </p:nvSpPr>
        <p:spPr>
          <a:xfrm>
            <a:off x="1362424" y="2905300"/>
            <a:ext cx="11035200" cy="566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0"/>
              <a:buFont typeface="Archivo Black"/>
              <a:buNone/>
              <a:defRPr sz="7000">
                <a:latin typeface="Archivo Black"/>
                <a:ea typeface="Archivo Black"/>
                <a:cs typeface="Archivo Black"/>
                <a:sym typeface="Archivo Blac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0"/>
              <a:buFont typeface="Archivo Black"/>
              <a:buNone/>
              <a:defRPr sz="7000">
                <a:latin typeface="Archivo Black"/>
                <a:ea typeface="Archivo Black"/>
                <a:cs typeface="Archivo Black"/>
                <a:sym typeface="Archivo Blac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0"/>
              <a:buFont typeface="Archivo Black"/>
              <a:buNone/>
              <a:defRPr sz="7000">
                <a:latin typeface="Archivo Black"/>
                <a:ea typeface="Archivo Black"/>
                <a:cs typeface="Archivo Black"/>
                <a:sym typeface="Archivo Blac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0"/>
              <a:buFont typeface="Archivo Black"/>
              <a:buNone/>
              <a:defRPr sz="7000">
                <a:latin typeface="Archivo Black"/>
                <a:ea typeface="Archivo Black"/>
                <a:cs typeface="Archivo Black"/>
                <a:sym typeface="Archivo Blac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0"/>
              <a:buFont typeface="Archivo Black"/>
              <a:buNone/>
              <a:defRPr sz="7000">
                <a:latin typeface="Archivo Black"/>
                <a:ea typeface="Archivo Black"/>
                <a:cs typeface="Archivo Black"/>
                <a:sym typeface="Archivo Blac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0"/>
              <a:buFont typeface="Archivo Black"/>
              <a:buNone/>
              <a:defRPr sz="7000">
                <a:latin typeface="Archivo Black"/>
                <a:ea typeface="Archivo Black"/>
                <a:cs typeface="Archivo Black"/>
                <a:sym typeface="Archivo Blac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0"/>
              <a:buFont typeface="Archivo Black"/>
              <a:buNone/>
              <a:defRPr sz="7000">
                <a:latin typeface="Archivo Black"/>
                <a:ea typeface="Archivo Black"/>
                <a:cs typeface="Archivo Black"/>
                <a:sym typeface="Archivo Blac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0"/>
              <a:buFont typeface="Archivo Black"/>
              <a:buNone/>
              <a:defRPr sz="7000">
                <a:latin typeface="Archivo Black"/>
                <a:ea typeface="Archivo Black"/>
                <a:cs typeface="Archivo Black"/>
                <a:sym typeface="Archivo Black"/>
              </a:defRPr>
            </a:lvl9pPr>
          </a:lstStyle>
          <a:p/>
        </p:txBody>
      </p:sp>
      <p:sp>
        <p:nvSpPr>
          <p:cNvPr id="74" name="Google Shape;74;p10"/>
          <p:cNvSpPr/>
          <p:nvPr>
            <p:ph idx="2" type="pic"/>
          </p:nvPr>
        </p:nvSpPr>
        <p:spPr>
          <a:xfrm>
            <a:off x="11092863" y="392272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75" name="Google Shape;75;p10"/>
          <p:cNvSpPr txBox="1"/>
          <p:nvPr>
            <p:ph idx="1" type="body"/>
          </p:nvPr>
        </p:nvSpPr>
        <p:spPr>
          <a:xfrm>
            <a:off x="2808788" y="4345438"/>
            <a:ext cx="5486400" cy="8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0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1443625" y="1703950"/>
            <a:ext cx="116457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0"/>
              <a:buFont typeface="Archivo Black"/>
              <a:buNone/>
              <a:defRPr i="0" sz="7000" u="none" cap="none" strike="noStrike">
                <a:solidFill>
                  <a:schemeClr val="accent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5034575" y="4780925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95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rchivo Black"/>
              <a:buChar char="•"/>
              <a:defRPr i="0" sz="2100" u="none" cap="none" strike="noStrike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indent="-36195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rchivo Black"/>
              <a:buChar char="–"/>
              <a:defRPr i="0" sz="2100" u="none" cap="none" strike="noStrike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2pPr>
            <a:lvl3pPr indent="-36195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rchivo Black"/>
              <a:buChar char="•"/>
              <a:defRPr i="0" sz="2100" u="none" cap="none" strike="noStrike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3pPr>
            <a:lvl4pPr indent="-36195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rchivo Black"/>
              <a:buChar char="–"/>
              <a:defRPr i="0" sz="2100" u="none" cap="none" strike="noStrike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4pPr>
            <a:lvl5pPr indent="-36195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rchivo Black"/>
              <a:buChar char="»"/>
              <a:defRPr i="0" sz="2100" u="none" cap="none" strike="noStrike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5pPr>
            <a:lvl6pPr indent="-36195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rchivo Black"/>
              <a:buChar char="•"/>
              <a:defRPr i="0" sz="2100" u="none" cap="none" strike="noStrike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6pPr>
            <a:lvl7pPr indent="-36195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rchivo Black"/>
              <a:buChar char="•"/>
              <a:defRPr i="0" sz="2100" u="none" cap="none" strike="noStrike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7pPr>
            <a:lvl8pPr indent="-36195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rchivo Black"/>
              <a:buChar char="•"/>
              <a:defRPr i="0" sz="2100" u="none" cap="none" strike="noStrike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8pPr>
            <a:lvl9pPr indent="-36195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rchivo Black"/>
              <a:buChar char="•"/>
              <a:defRPr i="0" sz="2100" u="none" cap="none" strike="noStrike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1.png"/><Relationship Id="rId7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6.png"/><Relationship Id="rId6" Type="http://schemas.openxmlformats.org/officeDocument/2006/relationships/image" Target="../media/image8.png"/><Relationship Id="rId7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9.png"/><Relationship Id="rId6" Type="http://schemas.openxmlformats.org/officeDocument/2006/relationships/image" Target="../media/image5.png"/><Relationship Id="rId7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14.png"/><Relationship Id="rId6" Type="http://schemas.openxmlformats.org/officeDocument/2006/relationships/image" Target="../media/image13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14.png"/><Relationship Id="rId6" Type="http://schemas.openxmlformats.org/officeDocument/2006/relationships/image" Target="../media/image13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14.png"/><Relationship Id="rId7" Type="http://schemas.openxmlformats.org/officeDocument/2006/relationships/image" Target="../media/image10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14.png"/><Relationship Id="rId7" Type="http://schemas.openxmlformats.org/officeDocument/2006/relationships/image" Target="../media/image10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14.png"/><Relationship Id="rId7" Type="http://schemas.openxmlformats.org/officeDocument/2006/relationships/image" Target="../media/image10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14.png"/><Relationship Id="rId7" Type="http://schemas.openxmlformats.org/officeDocument/2006/relationships/image" Target="../media/image1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14.png"/><Relationship Id="rId7" Type="http://schemas.openxmlformats.org/officeDocument/2006/relationships/image" Target="../media/image1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14.png"/><Relationship Id="rId7" Type="http://schemas.openxmlformats.org/officeDocument/2006/relationships/image" Target="../media/image15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14.png"/><Relationship Id="rId7" Type="http://schemas.openxmlformats.org/officeDocument/2006/relationships/image" Target="../media/image16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9550" y="56804"/>
            <a:ext cx="17719649" cy="1038259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2" name="Google Shape;82;p11"/>
          <p:cNvGrpSpPr/>
          <p:nvPr/>
        </p:nvGrpSpPr>
        <p:grpSpPr>
          <a:xfrm>
            <a:off x="629084" y="573226"/>
            <a:ext cx="17029837" cy="8995886"/>
            <a:chOff x="0" y="-38100"/>
            <a:chExt cx="4485224" cy="2369287"/>
          </a:xfrm>
        </p:grpSpPr>
        <p:sp>
          <p:nvSpPr>
            <p:cNvPr id="83" name="Google Shape;83;p11"/>
            <p:cNvSpPr/>
            <p:nvPr/>
          </p:nvSpPr>
          <p:spPr>
            <a:xfrm>
              <a:off x="0" y="0"/>
              <a:ext cx="4485224" cy="2331187"/>
            </a:xfrm>
            <a:custGeom>
              <a:rect b="b" l="l" r="r" t="t"/>
              <a:pathLst>
                <a:path extrusionOk="0" h="2331187" w="4485224">
                  <a:moveTo>
                    <a:pt x="0" y="0"/>
                  </a:moveTo>
                  <a:lnTo>
                    <a:pt x="4485224" y="0"/>
                  </a:lnTo>
                  <a:lnTo>
                    <a:pt x="4485224" y="2331187"/>
                  </a:lnTo>
                  <a:lnTo>
                    <a:pt x="0" y="2331187"/>
                  </a:lnTo>
                  <a:close/>
                </a:path>
              </a:pathLst>
            </a:custGeom>
            <a:solidFill>
              <a:srgbClr val="1A1C1F"/>
            </a:solidFill>
            <a:ln>
              <a:noFill/>
            </a:ln>
          </p:spPr>
        </p:sp>
        <p:sp>
          <p:nvSpPr>
            <p:cNvPr id="84" name="Google Shape;84;p11"/>
            <p:cNvSpPr txBox="1"/>
            <p:nvPr/>
          </p:nvSpPr>
          <p:spPr>
            <a:xfrm>
              <a:off x="0" y="-38100"/>
              <a:ext cx="4485223" cy="23692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85" name="Google Shape;85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75625" y="1502800"/>
            <a:ext cx="4664700" cy="7262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822070" y="2640415"/>
            <a:ext cx="1971800" cy="475551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7" name="Google Shape;87;p11"/>
          <p:cNvGrpSpPr/>
          <p:nvPr/>
        </p:nvGrpSpPr>
        <p:grpSpPr>
          <a:xfrm>
            <a:off x="5249458" y="7735638"/>
            <a:ext cx="1182553" cy="1313441"/>
            <a:chOff x="0" y="0"/>
            <a:chExt cx="1576737" cy="1751254"/>
          </a:xfrm>
        </p:grpSpPr>
        <p:cxnSp>
          <p:nvCxnSpPr>
            <p:cNvPr id="88" name="Google Shape;88;p11"/>
            <p:cNvCxnSpPr/>
            <p:nvPr/>
          </p:nvCxnSpPr>
          <p:spPr>
            <a:xfrm>
              <a:off x="0" y="1751254"/>
              <a:ext cx="1576737" cy="0"/>
            </a:xfrm>
            <a:prstGeom prst="straightConnector1">
              <a:avLst/>
            </a:prstGeom>
            <a:noFill/>
            <a:ln cap="flat" cmpd="sng" w="330200">
              <a:solidFill>
                <a:srgbClr val="F5C82A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9" name="Google Shape;89;p11"/>
            <p:cNvCxnSpPr/>
            <p:nvPr/>
          </p:nvCxnSpPr>
          <p:spPr>
            <a:xfrm rot="10800000">
              <a:off x="1417987" y="0"/>
              <a:ext cx="0" cy="1751254"/>
            </a:xfrm>
            <a:prstGeom prst="straightConnector1">
              <a:avLst/>
            </a:prstGeom>
            <a:noFill/>
            <a:ln cap="flat" cmpd="sng" w="317500">
              <a:solidFill>
                <a:srgbClr val="F5C82A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90" name="Google Shape;90;p11"/>
          <p:cNvGrpSpPr/>
          <p:nvPr/>
        </p:nvGrpSpPr>
        <p:grpSpPr>
          <a:xfrm rot="10800000">
            <a:off x="1155820" y="1250791"/>
            <a:ext cx="1182553" cy="1313441"/>
            <a:chOff x="0" y="0"/>
            <a:chExt cx="1576737" cy="1751254"/>
          </a:xfrm>
        </p:grpSpPr>
        <p:cxnSp>
          <p:nvCxnSpPr>
            <p:cNvPr id="91" name="Google Shape;91;p11"/>
            <p:cNvCxnSpPr/>
            <p:nvPr/>
          </p:nvCxnSpPr>
          <p:spPr>
            <a:xfrm>
              <a:off x="0" y="1751254"/>
              <a:ext cx="1576737" cy="0"/>
            </a:xfrm>
            <a:prstGeom prst="straightConnector1">
              <a:avLst/>
            </a:prstGeom>
            <a:noFill/>
            <a:ln cap="flat" cmpd="sng" w="330200">
              <a:solidFill>
                <a:srgbClr val="F5C82A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2" name="Google Shape;92;p11"/>
            <p:cNvCxnSpPr/>
            <p:nvPr/>
          </p:nvCxnSpPr>
          <p:spPr>
            <a:xfrm rot="10800000">
              <a:off x="1417987" y="0"/>
              <a:ext cx="0" cy="1751254"/>
            </a:xfrm>
            <a:prstGeom prst="straightConnector1">
              <a:avLst/>
            </a:prstGeom>
            <a:noFill/>
            <a:ln cap="flat" cmpd="sng" w="317500">
              <a:solidFill>
                <a:srgbClr val="F5C82A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93" name="Google Shape;93;p11"/>
          <p:cNvGrpSpPr/>
          <p:nvPr/>
        </p:nvGrpSpPr>
        <p:grpSpPr>
          <a:xfrm>
            <a:off x="5249458" y="1250791"/>
            <a:ext cx="1182553" cy="1313441"/>
            <a:chOff x="0" y="165100"/>
            <a:chExt cx="1576737" cy="1751254"/>
          </a:xfrm>
        </p:grpSpPr>
        <p:cxnSp>
          <p:nvCxnSpPr>
            <p:cNvPr id="94" name="Google Shape;94;p11"/>
            <p:cNvCxnSpPr/>
            <p:nvPr/>
          </p:nvCxnSpPr>
          <p:spPr>
            <a:xfrm rot="10800000">
              <a:off x="0" y="165100"/>
              <a:ext cx="1576737" cy="0"/>
            </a:xfrm>
            <a:prstGeom prst="straightConnector1">
              <a:avLst/>
            </a:prstGeom>
            <a:noFill/>
            <a:ln cap="flat" cmpd="sng" w="330200">
              <a:solidFill>
                <a:srgbClr val="F5C82A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5" name="Google Shape;95;p11"/>
            <p:cNvCxnSpPr/>
            <p:nvPr/>
          </p:nvCxnSpPr>
          <p:spPr>
            <a:xfrm>
              <a:off x="1417987" y="165100"/>
              <a:ext cx="0" cy="1751254"/>
            </a:xfrm>
            <a:prstGeom prst="straightConnector1">
              <a:avLst/>
            </a:prstGeom>
            <a:noFill/>
            <a:ln cap="flat" cmpd="sng" w="317500">
              <a:solidFill>
                <a:srgbClr val="F5C82A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96" name="Google Shape;96;p11"/>
          <p:cNvGrpSpPr/>
          <p:nvPr/>
        </p:nvGrpSpPr>
        <p:grpSpPr>
          <a:xfrm rot="10800000">
            <a:off x="1155820" y="7735638"/>
            <a:ext cx="1182553" cy="1313441"/>
            <a:chOff x="0" y="165100"/>
            <a:chExt cx="1576737" cy="1751254"/>
          </a:xfrm>
        </p:grpSpPr>
        <p:cxnSp>
          <p:nvCxnSpPr>
            <p:cNvPr id="97" name="Google Shape;97;p11"/>
            <p:cNvCxnSpPr/>
            <p:nvPr/>
          </p:nvCxnSpPr>
          <p:spPr>
            <a:xfrm rot="10800000">
              <a:off x="0" y="165100"/>
              <a:ext cx="1576737" cy="0"/>
            </a:xfrm>
            <a:prstGeom prst="straightConnector1">
              <a:avLst/>
            </a:prstGeom>
            <a:noFill/>
            <a:ln cap="flat" cmpd="sng" w="330200">
              <a:solidFill>
                <a:srgbClr val="F5C82A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8" name="Google Shape;98;p11"/>
            <p:cNvCxnSpPr/>
            <p:nvPr/>
          </p:nvCxnSpPr>
          <p:spPr>
            <a:xfrm>
              <a:off x="1417987" y="165100"/>
              <a:ext cx="0" cy="1751254"/>
            </a:xfrm>
            <a:prstGeom prst="straightConnector1">
              <a:avLst/>
            </a:prstGeom>
            <a:noFill/>
            <a:ln cap="flat" cmpd="sng" w="317500">
              <a:solidFill>
                <a:srgbClr val="F5C82A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99" name="Google Shape;99;p11"/>
          <p:cNvGrpSpPr/>
          <p:nvPr/>
        </p:nvGrpSpPr>
        <p:grpSpPr>
          <a:xfrm>
            <a:off x="7470236" y="6280240"/>
            <a:ext cx="7415608" cy="1205956"/>
            <a:chOff x="0" y="-38100"/>
            <a:chExt cx="1953069" cy="317616"/>
          </a:xfrm>
        </p:grpSpPr>
        <p:sp>
          <p:nvSpPr>
            <p:cNvPr id="100" name="Google Shape;100;p11"/>
            <p:cNvSpPr/>
            <p:nvPr/>
          </p:nvSpPr>
          <p:spPr>
            <a:xfrm>
              <a:off x="0" y="0"/>
              <a:ext cx="1953069" cy="279516"/>
            </a:xfrm>
            <a:custGeom>
              <a:rect b="b" l="l" r="r" t="t"/>
              <a:pathLst>
                <a:path extrusionOk="0" h="279516" w="1953069">
                  <a:moveTo>
                    <a:pt x="0" y="0"/>
                  </a:moveTo>
                  <a:lnTo>
                    <a:pt x="1953069" y="0"/>
                  </a:lnTo>
                  <a:lnTo>
                    <a:pt x="1953069" y="279516"/>
                  </a:lnTo>
                  <a:lnTo>
                    <a:pt x="0" y="27951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114300">
              <a:solidFill>
                <a:srgbClr val="F5C82A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101" name="Google Shape;101;p11"/>
            <p:cNvSpPr txBox="1"/>
            <p:nvPr/>
          </p:nvSpPr>
          <p:spPr>
            <a:xfrm>
              <a:off x="0" y="-38100"/>
              <a:ext cx="1953069" cy="31761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2" name="Google Shape;102;p11"/>
          <p:cNvSpPr txBox="1"/>
          <p:nvPr/>
        </p:nvSpPr>
        <p:spPr>
          <a:xfrm>
            <a:off x="7470225" y="1423200"/>
            <a:ext cx="9815700" cy="40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4500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rPr>
              <a:t>Design and Implementation of an AM Modulator and Demodulator</a:t>
            </a:r>
            <a:endParaRPr sz="4500">
              <a:solidFill>
                <a:schemeClr val="lt1"/>
              </a:solidFill>
              <a:latin typeface="Archivo Black"/>
              <a:ea typeface="Archivo Black"/>
              <a:cs typeface="Archivo Black"/>
              <a:sym typeface="Archivo Blac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37" u="none" cap="none" strike="noStrike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 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03" name="Google Shape;103;p11"/>
          <p:cNvSpPr txBox="1"/>
          <p:nvPr/>
        </p:nvSpPr>
        <p:spPr>
          <a:xfrm>
            <a:off x="8301743" y="6721775"/>
            <a:ext cx="5404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99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Muhaiminul Islam (43)</a:t>
            </a:r>
            <a:endParaRPr/>
          </a:p>
        </p:txBody>
      </p:sp>
      <p:sp>
        <p:nvSpPr>
          <p:cNvPr id="104" name="Google Shape;104;p11"/>
          <p:cNvSpPr txBox="1"/>
          <p:nvPr/>
        </p:nvSpPr>
        <p:spPr>
          <a:xfrm>
            <a:off x="7470236" y="4111911"/>
            <a:ext cx="8030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9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Presented By</a:t>
            </a:r>
            <a:endParaRPr b="1"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5" name="Google Shape;105;p1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5500925" y="8609176"/>
            <a:ext cx="1523850" cy="78536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6" name="Google Shape;106;p11"/>
          <p:cNvGrpSpPr/>
          <p:nvPr/>
        </p:nvGrpSpPr>
        <p:grpSpPr>
          <a:xfrm>
            <a:off x="7470236" y="7722040"/>
            <a:ext cx="7415608" cy="1206275"/>
            <a:chOff x="0" y="-38100"/>
            <a:chExt cx="1953069" cy="317700"/>
          </a:xfrm>
        </p:grpSpPr>
        <p:sp>
          <p:nvSpPr>
            <p:cNvPr id="107" name="Google Shape;107;p11"/>
            <p:cNvSpPr/>
            <p:nvPr/>
          </p:nvSpPr>
          <p:spPr>
            <a:xfrm>
              <a:off x="0" y="0"/>
              <a:ext cx="1953069" cy="279516"/>
            </a:xfrm>
            <a:custGeom>
              <a:rect b="b" l="l" r="r" t="t"/>
              <a:pathLst>
                <a:path extrusionOk="0" h="279516" w="1953069">
                  <a:moveTo>
                    <a:pt x="0" y="0"/>
                  </a:moveTo>
                  <a:lnTo>
                    <a:pt x="1953069" y="0"/>
                  </a:lnTo>
                  <a:lnTo>
                    <a:pt x="1953069" y="279516"/>
                  </a:lnTo>
                  <a:lnTo>
                    <a:pt x="0" y="27951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114300">
              <a:solidFill>
                <a:srgbClr val="F5C82A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108" name="Google Shape;108;p11"/>
            <p:cNvSpPr txBox="1"/>
            <p:nvPr/>
          </p:nvSpPr>
          <p:spPr>
            <a:xfrm>
              <a:off x="0" y="-38100"/>
              <a:ext cx="1953000" cy="31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9" name="Google Shape;109;p11"/>
          <p:cNvSpPr txBox="1"/>
          <p:nvPr/>
        </p:nvSpPr>
        <p:spPr>
          <a:xfrm>
            <a:off x="8301743" y="8239775"/>
            <a:ext cx="5404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99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Fayek Ahmed </a:t>
            </a:r>
            <a:r>
              <a:rPr lang="en-US" sz="2999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(57)</a:t>
            </a:r>
            <a:endParaRPr/>
          </a:p>
        </p:txBody>
      </p:sp>
      <p:grpSp>
        <p:nvGrpSpPr>
          <p:cNvPr id="110" name="Google Shape;110;p11"/>
          <p:cNvGrpSpPr/>
          <p:nvPr/>
        </p:nvGrpSpPr>
        <p:grpSpPr>
          <a:xfrm>
            <a:off x="7470236" y="4692965"/>
            <a:ext cx="7415608" cy="1206275"/>
            <a:chOff x="0" y="-38100"/>
            <a:chExt cx="1953069" cy="317700"/>
          </a:xfrm>
        </p:grpSpPr>
        <p:sp>
          <p:nvSpPr>
            <p:cNvPr id="111" name="Google Shape;111;p11"/>
            <p:cNvSpPr/>
            <p:nvPr/>
          </p:nvSpPr>
          <p:spPr>
            <a:xfrm>
              <a:off x="0" y="0"/>
              <a:ext cx="1953069" cy="279516"/>
            </a:xfrm>
            <a:custGeom>
              <a:rect b="b" l="l" r="r" t="t"/>
              <a:pathLst>
                <a:path extrusionOk="0" h="279516" w="1953069">
                  <a:moveTo>
                    <a:pt x="0" y="0"/>
                  </a:moveTo>
                  <a:lnTo>
                    <a:pt x="1953069" y="0"/>
                  </a:lnTo>
                  <a:lnTo>
                    <a:pt x="1953069" y="279516"/>
                  </a:lnTo>
                  <a:lnTo>
                    <a:pt x="0" y="27951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114300">
              <a:solidFill>
                <a:srgbClr val="F5C82A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112" name="Google Shape;112;p11"/>
            <p:cNvSpPr txBox="1"/>
            <p:nvPr/>
          </p:nvSpPr>
          <p:spPr>
            <a:xfrm>
              <a:off x="0" y="-38100"/>
              <a:ext cx="1953000" cy="31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3" name="Google Shape;113;p11"/>
          <p:cNvSpPr txBox="1"/>
          <p:nvPr/>
        </p:nvSpPr>
        <p:spPr>
          <a:xfrm>
            <a:off x="8301743" y="5210700"/>
            <a:ext cx="5404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99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Tanzila Khan (25)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9" name="Google Shape;119;p12"/>
          <p:cNvGrpSpPr/>
          <p:nvPr/>
        </p:nvGrpSpPr>
        <p:grpSpPr>
          <a:xfrm>
            <a:off x="509859" y="254375"/>
            <a:ext cx="17030236" cy="8996375"/>
            <a:chOff x="0" y="-38100"/>
            <a:chExt cx="4485300" cy="2369400"/>
          </a:xfrm>
        </p:grpSpPr>
        <p:sp>
          <p:nvSpPr>
            <p:cNvPr id="120" name="Google Shape;120;p12"/>
            <p:cNvSpPr/>
            <p:nvPr/>
          </p:nvSpPr>
          <p:spPr>
            <a:xfrm>
              <a:off x="0" y="0"/>
              <a:ext cx="4485224" cy="2331187"/>
            </a:xfrm>
            <a:custGeom>
              <a:rect b="b" l="l" r="r" t="t"/>
              <a:pathLst>
                <a:path extrusionOk="0" h="2331187" w="4485224">
                  <a:moveTo>
                    <a:pt x="0" y="0"/>
                  </a:moveTo>
                  <a:lnTo>
                    <a:pt x="4485224" y="0"/>
                  </a:lnTo>
                  <a:lnTo>
                    <a:pt x="4485224" y="2331187"/>
                  </a:lnTo>
                  <a:lnTo>
                    <a:pt x="0" y="2331187"/>
                  </a:lnTo>
                  <a:close/>
                </a:path>
              </a:pathLst>
            </a:custGeom>
            <a:solidFill>
              <a:srgbClr val="1A1C1F"/>
            </a:solidFill>
            <a:ln>
              <a:noFill/>
            </a:ln>
          </p:spPr>
        </p:sp>
        <p:sp>
          <p:nvSpPr>
            <p:cNvPr id="121" name="Google Shape;121;p12"/>
            <p:cNvSpPr txBox="1"/>
            <p:nvPr/>
          </p:nvSpPr>
          <p:spPr>
            <a:xfrm>
              <a:off x="0" y="-38100"/>
              <a:ext cx="4485300" cy="236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22" name="Google Shape;122;p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9650" y="-119875"/>
            <a:ext cx="17889848" cy="10382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-3669600" y="2760739"/>
            <a:ext cx="2886150" cy="3264463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2"/>
          <p:cNvSpPr txBox="1"/>
          <p:nvPr/>
        </p:nvSpPr>
        <p:spPr>
          <a:xfrm>
            <a:off x="1605095" y="2569675"/>
            <a:ext cx="884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01.</a:t>
            </a:r>
            <a:endParaRPr sz="3000"/>
          </a:p>
        </p:txBody>
      </p:sp>
      <p:sp>
        <p:nvSpPr>
          <p:cNvPr id="125" name="Google Shape;125;p12"/>
          <p:cNvSpPr txBox="1"/>
          <p:nvPr/>
        </p:nvSpPr>
        <p:spPr>
          <a:xfrm>
            <a:off x="1604675" y="3787525"/>
            <a:ext cx="1051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03. </a:t>
            </a:r>
            <a:endParaRPr sz="3000"/>
          </a:p>
        </p:txBody>
      </p:sp>
      <p:sp>
        <p:nvSpPr>
          <p:cNvPr id="126" name="Google Shape;126;p12"/>
          <p:cNvSpPr txBox="1"/>
          <p:nvPr/>
        </p:nvSpPr>
        <p:spPr>
          <a:xfrm>
            <a:off x="2463241" y="2552867"/>
            <a:ext cx="3306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F5C82A"/>
                </a:solidFill>
                <a:latin typeface="Archivo Black"/>
                <a:ea typeface="Archivo Black"/>
                <a:cs typeface="Archivo Black"/>
                <a:sym typeface="Archivo Black"/>
              </a:rPr>
              <a:t>Introduction</a:t>
            </a:r>
            <a:endParaRPr/>
          </a:p>
        </p:txBody>
      </p:sp>
      <p:sp>
        <p:nvSpPr>
          <p:cNvPr id="127" name="Google Shape;127;p12"/>
          <p:cNvSpPr txBox="1"/>
          <p:nvPr/>
        </p:nvSpPr>
        <p:spPr>
          <a:xfrm>
            <a:off x="1267070" y="858871"/>
            <a:ext cx="109734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999" u="none" cap="none" strike="noStrike">
                <a:solidFill>
                  <a:srgbClr val="F5C82A"/>
                </a:solidFill>
                <a:latin typeface="Archivo Black"/>
                <a:ea typeface="Archivo Black"/>
                <a:cs typeface="Archivo Black"/>
                <a:sym typeface="Archivo Black"/>
              </a:rPr>
              <a:t>TABLE OF CONTENTS</a:t>
            </a:r>
            <a:endParaRPr/>
          </a:p>
        </p:txBody>
      </p:sp>
      <p:sp>
        <p:nvSpPr>
          <p:cNvPr id="128" name="Google Shape;128;p12"/>
          <p:cNvSpPr txBox="1"/>
          <p:nvPr/>
        </p:nvSpPr>
        <p:spPr>
          <a:xfrm>
            <a:off x="8522392" y="2569675"/>
            <a:ext cx="1051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02.</a:t>
            </a:r>
            <a:endParaRPr sz="3000"/>
          </a:p>
        </p:txBody>
      </p:sp>
      <p:pic>
        <p:nvPicPr>
          <p:cNvPr id="129" name="Google Shape;129;p1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5767017" y="1255104"/>
            <a:ext cx="1182550" cy="150565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5500925" y="8609176"/>
            <a:ext cx="1523850" cy="785369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2"/>
          <p:cNvSpPr txBox="1"/>
          <p:nvPr/>
        </p:nvSpPr>
        <p:spPr>
          <a:xfrm>
            <a:off x="9267904" y="2552867"/>
            <a:ext cx="3306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F5C82A"/>
                </a:solidFill>
                <a:latin typeface="Archivo Black"/>
                <a:ea typeface="Archivo Black"/>
                <a:cs typeface="Archivo Black"/>
                <a:sym typeface="Archivo Black"/>
              </a:rPr>
              <a:t>Introduction</a:t>
            </a:r>
            <a:endParaRPr/>
          </a:p>
        </p:txBody>
      </p:sp>
      <p:sp>
        <p:nvSpPr>
          <p:cNvPr id="132" name="Google Shape;132;p12"/>
          <p:cNvSpPr txBox="1"/>
          <p:nvPr/>
        </p:nvSpPr>
        <p:spPr>
          <a:xfrm>
            <a:off x="2432848" y="3772075"/>
            <a:ext cx="4762200" cy="108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F5C82A"/>
                </a:solidFill>
                <a:latin typeface="Archivo Black"/>
                <a:ea typeface="Archivo Black"/>
                <a:cs typeface="Archivo Black"/>
                <a:sym typeface="Archivo Black"/>
              </a:rPr>
              <a:t>Construction of an AM Modulator</a:t>
            </a:r>
            <a:endParaRPr/>
          </a:p>
        </p:txBody>
      </p:sp>
      <p:sp>
        <p:nvSpPr>
          <p:cNvPr id="133" name="Google Shape;133;p12"/>
          <p:cNvSpPr txBox="1"/>
          <p:nvPr/>
        </p:nvSpPr>
        <p:spPr>
          <a:xfrm>
            <a:off x="8463100" y="3780500"/>
            <a:ext cx="884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0</a:t>
            </a:r>
            <a:r>
              <a:rPr lang="en-US" sz="300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4</a:t>
            </a:r>
            <a:r>
              <a:rPr b="0" i="0" lang="en-US" sz="3000" u="none" cap="none" strike="noStrike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.</a:t>
            </a:r>
            <a:endParaRPr sz="3000"/>
          </a:p>
        </p:txBody>
      </p:sp>
      <p:sp>
        <p:nvSpPr>
          <p:cNvPr id="134" name="Google Shape;134;p12"/>
          <p:cNvSpPr txBox="1"/>
          <p:nvPr/>
        </p:nvSpPr>
        <p:spPr>
          <a:xfrm>
            <a:off x="9271298" y="3774350"/>
            <a:ext cx="4762200" cy="108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F5C82A"/>
                </a:solidFill>
                <a:latin typeface="Archivo Black"/>
                <a:ea typeface="Archivo Black"/>
                <a:cs typeface="Archivo Black"/>
                <a:sym typeface="Archivo Black"/>
              </a:rPr>
              <a:t>Construction of an </a:t>
            </a:r>
            <a:r>
              <a:rPr lang="en-US" sz="3200">
                <a:solidFill>
                  <a:srgbClr val="F5C82A"/>
                </a:solidFill>
                <a:latin typeface="Archivo Black"/>
                <a:ea typeface="Archivo Black"/>
                <a:cs typeface="Archivo Black"/>
                <a:sym typeface="Archivo Black"/>
              </a:rPr>
              <a:t>A</a:t>
            </a:r>
            <a:r>
              <a:rPr lang="en-US" sz="3200">
                <a:solidFill>
                  <a:srgbClr val="F5C82A"/>
                </a:solidFill>
                <a:latin typeface="Archivo Black"/>
                <a:ea typeface="Archivo Black"/>
                <a:cs typeface="Archivo Black"/>
                <a:sym typeface="Archivo Black"/>
              </a:rPr>
              <a:t>M Demodulator</a:t>
            </a:r>
            <a:endParaRPr/>
          </a:p>
        </p:txBody>
      </p:sp>
      <p:sp>
        <p:nvSpPr>
          <p:cNvPr id="135" name="Google Shape;135;p12"/>
          <p:cNvSpPr txBox="1"/>
          <p:nvPr/>
        </p:nvSpPr>
        <p:spPr>
          <a:xfrm>
            <a:off x="8459989" y="5754963"/>
            <a:ext cx="884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0</a:t>
            </a:r>
            <a:r>
              <a:rPr lang="en-US" sz="300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5</a:t>
            </a:r>
            <a:r>
              <a:rPr b="0" i="0" lang="en-US" sz="3000" u="none" cap="none" strike="noStrike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.</a:t>
            </a:r>
            <a:endParaRPr sz="3000"/>
          </a:p>
        </p:txBody>
      </p:sp>
      <p:sp>
        <p:nvSpPr>
          <p:cNvPr id="136" name="Google Shape;136;p12"/>
          <p:cNvSpPr txBox="1"/>
          <p:nvPr/>
        </p:nvSpPr>
        <p:spPr>
          <a:xfrm>
            <a:off x="9319888" y="5748813"/>
            <a:ext cx="4762200" cy="108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F5C82A"/>
                </a:solidFill>
                <a:latin typeface="Archivo Black"/>
                <a:ea typeface="Archivo Black"/>
                <a:cs typeface="Archivo Black"/>
                <a:sym typeface="Archivo Black"/>
              </a:rPr>
              <a:t>PCB Design and Fabrication</a:t>
            </a:r>
            <a:endParaRPr/>
          </a:p>
        </p:txBody>
      </p:sp>
      <p:sp>
        <p:nvSpPr>
          <p:cNvPr id="137" name="Google Shape;137;p12"/>
          <p:cNvSpPr txBox="1"/>
          <p:nvPr/>
        </p:nvSpPr>
        <p:spPr>
          <a:xfrm>
            <a:off x="1605100" y="5800913"/>
            <a:ext cx="884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0</a:t>
            </a:r>
            <a:r>
              <a:rPr lang="en-US" sz="300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6</a:t>
            </a:r>
            <a:r>
              <a:rPr b="0" i="0" lang="en-US" sz="3000" u="none" cap="none" strike="noStrike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.</a:t>
            </a:r>
            <a:endParaRPr sz="3000"/>
          </a:p>
        </p:txBody>
      </p:sp>
      <p:sp>
        <p:nvSpPr>
          <p:cNvPr id="138" name="Google Shape;138;p12"/>
          <p:cNvSpPr txBox="1"/>
          <p:nvPr/>
        </p:nvSpPr>
        <p:spPr>
          <a:xfrm>
            <a:off x="2489498" y="5794775"/>
            <a:ext cx="4762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F5C82A"/>
                </a:solidFill>
                <a:latin typeface="Archivo Black"/>
                <a:ea typeface="Archivo Black"/>
                <a:cs typeface="Archivo Black"/>
                <a:sym typeface="Archivo Black"/>
              </a:rPr>
              <a:t>Experimental Setup</a:t>
            </a:r>
            <a:endParaRPr/>
          </a:p>
        </p:txBody>
      </p:sp>
      <p:sp>
        <p:nvSpPr>
          <p:cNvPr id="139" name="Google Shape;139;p12"/>
          <p:cNvSpPr txBox="1"/>
          <p:nvPr/>
        </p:nvSpPr>
        <p:spPr>
          <a:xfrm>
            <a:off x="1550675" y="7373873"/>
            <a:ext cx="2338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0</a:t>
            </a:r>
            <a:r>
              <a:rPr lang="en-US" sz="300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7</a:t>
            </a:r>
            <a:r>
              <a:rPr b="0" i="0" lang="en-US" sz="3000" u="none" cap="none" strike="noStrike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.</a:t>
            </a:r>
            <a:endParaRPr sz="3000"/>
          </a:p>
        </p:txBody>
      </p:sp>
      <p:sp>
        <p:nvSpPr>
          <p:cNvPr id="140" name="Google Shape;140;p12"/>
          <p:cNvSpPr txBox="1"/>
          <p:nvPr/>
        </p:nvSpPr>
        <p:spPr>
          <a:xfrm>
            <a:off x="2572001" y="7358425"/>
            <a:ext cx="64626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3050">
                <a:solidFill>
                  <a:schemeClr val="accent1"/>
                </a:solidFill>
                <a:latin typeface="Archivo Black"/>
                <a:ea typeface="Archivo Black"/>
                <a:cs typeface="Archivo Black"/>
                <a:sym typeface="Archivo Black"/>
              </a:rPr>
              <a:t>Oscilloscope Observations</a:t>
            </a:r>
            <a:endParaRPr sz="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6" name="Google Shape;146;p13"/>
          <p:cNvGrpSpPr/>
          <p:nvPr/>
        </p:nvGrpSpPr>
        <p:grpSpPr>
          <a:xfrm>
            <a:off x="629084" y="573225"/>
            <a:ext cx="17030236" cy="8996375"/>
            <a:chOff x="0" y="-38100"/>
            <a:chExt cx="4485300" cy="2369400"/>
          </a:xfrm>
        </p:grpSpPr>
        <p:sp>
          <p:nvSpPr>
            <p:cNvPr id="147" name="Google Shape;147;p13"/>
            <p:cNvSpPr/>
            <p:nvPr/>
          </p:nvSpPr>
          <p:spPr>
            <a:xfrm>
              <a:off x="0" y="0"/>
              <a:ext cx="4485224" cy="2331187"/>
            </a:xfrm>
            <a:custGeom>
              <a:rect b="b" l="l" r="r" t="t"/>
              <a:pathLst>
                <a:path extrusionOk="0" h="2331187" w="4485224">
                  <a:moveTo>
                    <a:pt x="0" y="0"/>
                  </a:moveTo>
                  <a:lnTo>
                    <a:pt x="4485224" y="0"/>
                  </a:lnTo>
                  <a:lnTo>
                    <a:pt x="4485224" y="2331187"/>
                  </a:lnTo>
                  <a:lnTo>
                    <a:pt x="0" y="2331187"/>
                  </a:lnTo>
                  <a:close/>
                </a:path>
              </a:pathLst>
            </a:custGeom>
            <a:solidFill>
              <a:srgbClr val="1A1C1F"/>
            </a:solidFill>
            <a:ln>
              <a:noFill/>
            </a:ln>
          </p:spPr>
        </p:sp>
        <p:sp>
          <p:nvSpPr>
            <p:cNvPr id="148" name="Google Shape;148;p13"/>
            <p:cNvSpPr txBox="1"/>
            <p:nvPr/>
          </p:nvSpPr>
          <p:spPr>
            <a:xfrm>
              <a:off x="0" y="-38100"/>
              <a:ext cx="4485300" cy="236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49" name="Google Shape;149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9550" y="56804"/>
            <a:ext cx="17719649" cy="10382595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3"/>
          <p:cNvSpPr/>
          <p:nvPr/>
        </p:nvSpPr>
        <p:spPr>
          <a:xfrm rot="-5400000">
            <a:off x="180699" y="1378657"/>
            <a:ext cx="7139719" cy="7626477"/>
          </a:xfrm>
          <a:custGeom>
            <a:rect b="b" l="l" r="r" t="t"/>
            <a:pathLst>
              <a:path extrusionOk="0" h="7626477" w="7139719">
                <a:moveTo>
                  <a:pt x="0" y="0"/>
                </a:moveTo>
                <a:lnTo>
                  <a:pt x="7139718" y="0"/>
                </a:lnTo>
                <a:lnTo>
                  <a:pt x="7139718" y="7626477"/>
                </a:lnTo>
                <a:lnTo>
                  <a:pt x="0" y="762647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52885" l="-37101" r="-220949" t="-70588"/>
            </a:stretch>
          </a:blipFill>
          <a:ln>
            <a:noFill/>
          </a:ln>
        </p:spPr>
      </p:sp>
      <p:cxnSp>
        <p:nvCxnSpPr>
          <p:cNvPr id="151" name="Google Shape;151;p13"/>
          <p:cNvCxnSpPr/>
          <p:nvPr/>
        </p:nvCxnSpPr>
        <p:spPr>
          <a:xfrm rot="10800000">
            <a:off x="7786658" y="1001254"/>
            <a:ext cx="0" cy="1809900"/>
          </a:xfrm>
          <a:prstGeom prst="straightConnector1">
            <a:avLst/>
          </a:prstGeom>
          <a:noFill/>
          <a:ln cap="flat" cmpd="sng" w="285750">
            <a:solidFill>
              <a:srgbClr val="F5C82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2" name="Google Shape;152;p13"/>
          <p:cNvCxnSpPr/>
          <p:nvPr/>
        </p:nvCxnSpPr>
        <p:spPr>
          <a:xfrm rot="10800000">
            <a:off x="5776358" y="1144031"/>
            <a:ext cx="2010300" cy="0"/>
          </a:xfrm>
          <a:prstGeom prst="straightConnector1">
            <a:avLst/>
          </a:prstGeom>
          <a:noFill/>
          <a:ln cap="flat" cmpd="sng" w="285750">
            <a:solidFill>
              <a:srgbClr val="F5C82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3" name="Google Shape;153;p13"/>
          <p:cNvCxnSpPr/>
          <p:nvPr/>
        </p:nvCxnSpPr>
        <p:spPr>
          <a:xfrm rot="10800000">
            <a:off x="7786658" y="7572743"/>
            <a:ext cx="0" cy="1809900"/>
          </a:xfrm>
          <a:prstGeom prst="straightConnector1">
            <a:avLst/>
          </a:prstGeom>
          <a:noFill/>
          <a:ln cap="flat" cmpd="sng" w="285750">
            <a:solidFill>
              <a:srgbClr val="F5C82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4" name="Google Shape;154;p13"/>
          <p:cNvCxnSpPr/>
          <p:nvPr/>
        </p:nvCxnSpPr>
        <p:spPr>
          <a:xfrm rot="10800000">
            <a:off x="5776358" y="9239768"/>
            <a:ext cx="2010300" cy="0"/>
          </a:xfrm>
          <a:prstGeom prst="straightConnector1">
            <a:avLst/>
          </a:prstGeom>
          <a:noFill/>
          <a:ln cap="flat" cmpd="sng" w="285750">
            <a:solidFill>
              <a:srgbClr val="F5C82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5" name="Google Shape;155;p13"/>
          <p:cNvSpPr txBox="1"/>
          <p:nvPr/>
        </p:nvSpPr>
        <p:spPr>
          <a:xfrm>
            <a:off x="8205832" y="1698740"/>
            <a:ext cx="78768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999" u="none" cap="none" strike="noStrike">
                <a:solidFill>
                  <a:srgbClr val="F5C82A"/>
                </a:solidFill>
                <a:latin typeface="Archivo Black"/>
                <a:ea typeface="Archivo Black"/>
                <a:cs typeface="Archivo Black"/>
                <a:sym typeface="Archivo Black"/>
              </a:rPr>
              <a:t>INTRODUCTION</a:t>
            </a:r>
            <a:endParaRPr/>
          </a:p>
        </p:txBody>
      </p:sp>
      <p:sp>
        <p:nvSpPr>
          <p:cNvPr id="156" name="Google Shape;156;p13"/>
          <p:cNvSpPr txBox="1"/>
          <p:nvPr/>
        </p:nvSpPr>
        <p:spPr>
          <a:xfrm>
            <a:off x="8090350" y="3033200"/>
            <a:ext cx="10061400" cy="51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27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Amplitude Modulation (AM) is a technique in which the amplitude of a high-frequency carrier wave is varied in proportion to the instantaneous amplitude of a lower-frequency information signal.</a:t>
            </a:r>
            <a:endParaRPr b="1" sz="27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 sz="27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27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Demodulation is the process of extracting the original modulating signal from the modu-</a:t>
            </a:r>
            <a:endParaRPr b="1" sz="27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27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lated carrier wave.</a:t>
            </a:r>
            <a:endParaRPr b="1" sz="27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 sz="33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/>
          </a:p>
        </p:txBody>
      </p:sp>
      <p:pic>
        <p:nvPicPr>
          <p:cNvPr id="157" name="Google Shape;157;p1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5500925" y="8609176"/>
            <a:ext cx="1523850" cy="78536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-2587850" y="2222788"/>
            <a:ext cx="9596198" cy="59272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4" name="Google Shape;164;p14"/>
          <p:cNvGrpSpPr/>
          <p:nvPr/>
        </p:nvGrpSpPr>
        <p:grpSpPr>
          <a:xfrm>
            <a:off x="629084" y="573225"/>
            <a:ext cx="17030236" cy="8996375"/>
            <a:chOff x="0" y="-38100"/>
            <a:chExt cx="4485300" cy="2369400"/>
          </a:xfrm>
        </p:grpSpPr>
        <p:sp>
          <p:nvSpPr>
            <p:cNvPr id="165" name="Google Shape;165;p14"/>
            <p:cNvSpPr/>
            <p:nvPr/>
          </p:nvSpPr>
          <p:spPr>
            <a:xfrm>
              <a:off x="0" y="0"/>
              <a:ext cx="4485224" cy="2331187"/>
            </a:xfrm>
            <a:custGeom>
              <a:rect b="b" l="l" r="r" t="t"/>
              <a:pathLst>
                <a:path extrusionOk="0" h="2331187" w="4485224">
                  <a:moveTo>
                    <a:pt x="0" y="0"/>
                  </a:moveTo>
                  <a:lnTo>
                    <a:pt x="4485224" y="0"/>
                  </a:lnTo>
                  <a:lnTo>
                    <a:pt x="4485224" y="2331187"/>
                  </a:lnTo>
                  <a:lnTo>
                    <a:pt x="0" y="2331187"/>
                  </a:lnTo>
                  <a:close/>
                </a:path>
              </a:pathLst>
            </a:custGeom>
            <a:solidFill>
              <a:srgbClr val="1A1C1F"/>
            </a:solidFill>
            <a:ln>
              <a:noFill/>
            </a:ln>
          </p:spPr>
        </p:sp>
        <p:sp>
          <p:nvSpPr>
            <p:cNvPr id="166" name="Google Shape;166;p14"/>
            <p:cNvSpPr txBox="1"/>
            <p:nvPr/>
          </p:nvSpPr>
          <p:spPr>
            <a:xfrm>
              <a:off x="0" y="-38100"/>
              <a:ext cx="4485300" cy="236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67" name="Google Shape;167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9550" y="56804"/>
            <a:ext cx="17719649" cy="10382595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4"/>
          <p:cNvSpPr txBox="1"/>
          <p:nvPr/>
        </p:nvSpPr>
        <p:spPr>
          <a:xfrm>
            <a:off x="1088225" y="608503"/>
            <a:ext cx="81153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999">
                <a:solidFill>
                  <a:srgbClr val="F5C82A"/>
                </a:solidFill>
                <a:latin typeface="Archivo Black"/>
                <a:ea typeface="Archivo Black"/>
                <a:cs typeface="Archivo Black"/>
                <a:sym typeface="Archivo Black"/>
              </a:rPr>
              <a:t>Modulator</a:t>
            </a:r>
            <a:endParaRPr/>
          </a:p>
        </p:txBody>
      </p:sp>
      <p:pic>
        <p:nvPicPr>
          <p:cNvPr id="169" name="Google Shape;169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500925" y="8609176"/>
            <a:ext cx="1523850" cy="785369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4"/>
          <p:cNvSpPr txBox="1"/>
          <p:nvPr/>
        </p:nvSpPr>
        <p:spPr>
          <a:xfrm>
            <a:off x="956725" y="1533400"/>
            <a:ext cx="15502500" cy="794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0525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lt1"/>
              </a:buClr>
              <a:buSzPts val="2550"/>
              <a:buFont typeface="Archivo Black"/>
              <a:buChar char="●"/>
            </a:pPr>
            <a:r>
              <a:rPr lang="en-US" sz="2550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rPr>
              <a:t>Amplitude Modulation (AM):</a:t>
            </a:r>
            <a:endParaRPr sz="2550">
              <a:solidFill>
                <a:schemeClr val="lt1"/>
              </a:solidFill>
              <a:latin typeface="Archivo Black"/>
              <a:ea typeface="Archivo Black"/>
              <a:cs typeface="Archivo Black"/>
              <a:sym typeface="Archivo Black"/>
            </a:endParaRPr>
          </a:p>
          <a:p>
            <a:pPr indent="-39052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50"/>
              <a:buFont typeface="Archivo Black"/>
              <a:buChar char="●"/>
            </a:pPr>
            <a:r>
              <a:rPr lang="en-US" sz="2550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rPr>
              <a:t>Modifies carrier amplitude based on a modulating signal.</a:t>
            </a:r>
            <a:endParaRPr sz="2550">
              <a:solidFill>
                <a:schemeClr val="lt1"/>
              </a:solidFill>
              <a:latin typeface="Archivo Black"/>
              <a:ea typeface="Archivo Black"/>
              <a:cs typeface="Archivo Black"/>
              <a:sym typeface="Archivo Black"/>
            </a:endParaRPr>
          </a:p>
          <a:p>
            <a:pPr indent="-39052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50"/>
              <a:buFont typeface="Archivo Black"/>
              <a:buChar char="●"/>
            </a:pPr>
            <a:r>
              <a:rPr lang="en-US" sz="2550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rPr>
              <a:t>Enables long-distance transmission using high-frequency carriers.</a:t>
            </a:r>
            <a:endParaRPr sz="2550">
              <a:solidFill>
                <a:schemeClr val="lt1"/>
              </a:solidFill>
              <a:latin typeface="Archivo Black"/>
              <a:ea typeface="Archivo Black"/>
              <a:cs typeface="Archivo Black"/>
              <a:sym typeface="Archivo Black"/>
            </a:endParaRPr>
          </a:p>
          <a:p>
            <a:pPr indent="-3905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50"/>
              <a:buFont typeface="Archivo Black"/>
              <a:buChar char="●"/>
            </a:pPr>
            <a:r>
              <a:rPr lang="en-US" sz="2550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rPr>
              <a:t>Mathematical Expression:</a:t>
            </a:r>
            <a:endParaRPr sz="2550">
              <a:solidFill>
                <a:schemeClr val="lt1"/>
              </a:solidFill>
              <a:latin typeface="Archivo Black"/>
              <a:ea typeface="Archivo Black"/>
              <a:cs typeface="Archivo Black"/>
              <a:sym typeface="Archivo Black"/>
            </a:endParaRPr>
          </a:p>
          <a:p>
            <a:pPr indent="-40322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50"/>
              <a:buFont typeface="Archivo Black"/>
              <a:buChar char="●"/>
            </a:pPr>
            <a:r>
              <a:rPr lang="en-US" sz="275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𝑠(𝑡)=[</a:t>
            </a:r>
            <a:r>
              <a:rPr lang="en-US" sz="345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𝐴</a:t>
            </a:r>
            <a:r>
              <a:rPr lang="en-US" sz="215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𝑐</a:t>
            </a:r>
            <a:r>
              <a:rPr lang="en-US" sz="385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​</a:t>
            </a:r>
            <a:r>
              <a:rPr lang="en-US" sz="275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-US" sz="345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𝐴</a:t>
            </a:r>
            <a:r>
              <a:rPr lang="en-US" sz="215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𝑚</a:t>
            </a:r>
            <a:r>
              <a:rPr lang="en-US" sz="275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cos⁡(</a:t>
            </a:r>
            <a:r>
              <a:rPr lang="en-US" sz="385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𝜔</a:t>
            </a:r>
            <a:r>
              <a:rPr lang="en-US" sz="215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𝑚</a:t>
            </a:r>
            <a:r>
              <a:rPr lang="en-US" sz="275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𝑡)]cos⁡(</a:t>
            </a:r>
            <a:r>
              <a:rPr lang="en-US" sz="385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𝜔</a:t>
            </a:r>
            <a:r>
              <a:rPr lang="en-US" sz="215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𝑐</a:t>
            </a:r>
            <a:r>
              <a:rPr lang="en-US" sz="275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𝑡)</a:t>
            </a:r>
            <a:endParaRPr sz="275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90525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50"/>
              <a:buFont typeface="Archivo Black"/>
              <a:buAutoNum type="romanLcPeriod"/>
            </a:pPr>
            <a:r>
              <a:rPr lang="en-US" sz="3450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rPr>
              <a:t>𝐴</a:t>
            </a:r>
            <a:r>
              <a:rPr lang="en-US" sz="2150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rPr>
              <a:t>𝑐</a:t>
            </a:r>
            <a:r>
              <a:rPr lang="en-US" sz="3850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rPr>
              <a:t>​ </a:t>
            </a:r>
            <a:r>
              <a:rPr lang="en-US" sz="2550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rPr>
              <a:t>: Carrier amplitude</a:t>
            </a:r>
            <a:endParaRPr sz="2550">
              <a:solidFill>
                <a:schemeClr val="lt1"/>
              </a:solidFill>
              <a:latin typeface="Archivo Black"/>
              <a:ea typeface="Archivo Black"/>
              <a:cs typeface="Archivo Black"/>
              <a:sym typeface="Archivo Black"/>
            </a:endParaRPr>
          </a:p>
          <a:p>
            <a:pPr indent="-390525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50"/>
              <a:buFont typeface="Archivo Black"/>
              <a:buAutoNum type="romanLcPeriod"/>
            </a:pPr>
            <a:r>
              <a:rPr lang="en-US" sz="3450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rPr>
              <a:t>𝐴</a:t>
            </a:r>
            <a:r>
              <a:rPr lang="en-US" sz="2150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rPr>
              <a:t>𝑚 </a:t>
            </a:r>
            <a:r>
              <a:rPr lang="en-US" sz="3850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rPr>
              <a:t>​</a:t>
            </a:r>
            <a:r>
              <a:rPr lang="en-US" sz="2550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rPr>
              <a:t>: Modulating signal amplitude</a:t>
            </a:r>
            <a:endParaRPr sz="2550">
              <a:solidFill>
                <a:schemeClr val="lt1"/>
              </a:solidFill>
              <a:latin typeface="Archivo Black"/>
              <a:ea typeface="Archivo Black"/>
              <a:cs typeface="Archivo Black"/>
              <a:sym typeface="Archivo Black"/>
            </a:endParaRPr>
          </a:p>
          <a:p>
            <a:pPr indent="-390525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50"/>
              <a:buFont typeface="Archivo Black"/>
              <a:buAutoNum type="romanLcPeriod"/>
            </a:pPr>
            <a:r>
              <a:rPr lang="en-US" sz="3850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rPr>
              <a:t>𝜔</a:t>
            </a:r>
            <a:r>
              <a:rPr lang="en-US" sz="2150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rPr>
              <a:t>𝑐</a:t>
            </a:r>
            <a:r>
              <a:rPr lang="en-US" sz="3850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rPr>
              <a:t>​ </a:t>
            </a:r>
            <a:r>
              <a:rPr lang="en-US" sz="2550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rPr>
              <a:t>: Carrier angular frequency</a:t>
            </a:r>
            <a:endParaRPr sz="2550">
              <a:solidFill>
                <a:schemeClr val="lt1"/>
              </a:solidFill>
              <a:latin typeface="Archivo Black"/>
              <a:ea typeface="Archivo Black"/>
              <a:cs typeface="Archivo Black"/>
              <a:sym typeface="Archivo Black"/>
            </a:endParaRPr>
          </a:p>
          <a:p>
            <a:pPr indent="-390525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50"/>
              <a:buFont typeface="Archivo Black"/>
              <a:buAutoNum type="romanLcPeriod"/>
            </a:pPr>
            <a:r>
              <a:rPr lang="en-US" sz="3850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rPr>
              <a:t>𝜔</a:t>
            </a:r>
            <a:r>
              <a:rPr lang="en-US" sz="2150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rPr>
              <a:t>𝑚</a:t>
            </a:r>
            <a:r>
              <a:rPr lang="en-US" sz="2550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rPr>
              <a:t>​ : Modulating signal angular frequency</a:t>
            </a:r>
            <a:endParaRPr sz="2550">
              <a:solidFill>
                <a:schemeClr val="lt1"/>
              </a:solidFill>
              <a:latin typeface="Archivo Black"/>
              <a:ea typeface="Archivo Black"/>
              <a:cs typeface="Archivo Black"/>
              <a:sym typeface="Archivo Black"/>
            </a:endParaRPr>
          </a:p>
          <a:p>
            <a:pPr indent="-3905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50"/>
              <a:buFont typeface="Archivo Black"/>
              <a:buChar char="●"/>
            </a:pPr>
            <a:r>
              <a:rPr lang="en-US" sz="2550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rPr>
              <a:t>Key Components:</a:t>
            </a:r>
            <a:endParaRPr sz="2550">
              <a:solidFill>
                <a:schemeClr val="lt1"/>
              </a:solidFill>
              <a:latin typeface="Archivo Black"/>
              <a:ea typeface="Archivo Black"/>
              <a:cs typeface="Archivo Black"/>
              <a:sym typeface="Archivo Black"/>
            </a:endParaRPr>
          </a:p>
          <a:p>
            <a:pPr indent="-39052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50"/>
              <a:buFont typeface="Archivo Black"/>
              <a:buChar char="●"/>
            </a:pPr>
            <a:r>
              <a:rPr lang="en-US" sz="2550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rPr>
              <a:t>Mixing Networks: Combine signals.</a:t>
            </a:r>
            <a:endParaRPr sz="2550">
              <a:solidFill>
                <a:schemeClr val="lt1"/>
              </a:solidFill>
              <a:latin typeface="Archivo Black"/>
              <a:ea typeface="Archivo Black"/>
              <a:cs typeface="Archivo Black"/>
              <a:sym typeface="Archivo Black"/>
            </a:endParaRPr>
          </a:p>
          <a:p>
            <a:pPr indent="-39052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50"/>
              <a:buFont typeface="Archivo Black"/>
              <a:buChar char="●"/>
            </a:pPr>
            <a:r>
              <a:rPr lang="en-US" sz="2550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rPr>
              <a:t>Nonlinear Devices: Implement modulation.</a:t>
            </a:r>
            <a:endParaRPr sz="2550">
              <a:solidFill>
                <a:schemeClr val="lt1"/>
              </a:solidFill>
              <a:latin typeface="Archivo Black"/>
              <a:ea typeface="Archivo Black"/>
              <a:cs typeface="Archivo Black"/>
              <a:sym typeface="Archivo Black"/>
            </a:endParaRPr>
          </a:p>
          <a:p>
            <a:pPr indent="-39052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50"/>
              <a:buFont typeface="Archivo Black"/>
              <a:buChar char="●"/>
            </a:pPr>
            <a:r>
              <a:rPr lang="en-US" sz="2550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rPr>
              <a:t>Tuned Circuits: Shape the carrier.</a:t>
            </a:r>
            <a:endParaRPr sz="2550">
              <a:solidFill>
                <a:schemeClr val="lt1"/>
              </a:solidFill>
              <a:latin typeface="Archivo Black"/>
              <a:ea typeface="Archivo Black"/>
              <a:cs typeface="Archivo Black"/>
              <a:sym typeface="Archivo Black"/>
            </a:endParaRPr>
          </a:p>
          <a:p>
            <a:pPr indent="-3905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50"/>
              <a:buFont typeface="Archivo Black"/>
              <a:buChar char="●"/>
            </a:pPr>
            <a:r>
              <a:rPr lang="en-US" sz="2550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rPr>
              <a:t>Objective:</a:t>
            </a:r>
            <a:endParaRPr sz="2550">
              <a:solidFill>
                <a:schemeClr val="lt1"/>
              </a:solidFill>
              <a:latin typeface="Archivo Black"/>
              <a:ea typeface="Archivo Black"/>
              <a:cs typeface="Archivo Black"/>
              <a:sym typeface="Archivo Black"/>
            </a:endParaRPr>
          </a:p>
          <a:p>
            <a:pPr indent="-39052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50"/>
              <a:buFont typeface="Archivo Black"/>
              <a:buChar char="●"/>
            </a:pPr>
            <a:r>
              <a:rPr lang="en-US" sz="2550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rPr>
              <a:t>Create a waveform where carrier amplitude reflects the modulating signal.</a:t>
            </a:r>
            <a:endParaRPr sz="2550">
              <a:solidFill>
                <a:schemeClr val="lt1"/>
              </a:solidFill>
              <a:latin typeface="Archivo Black"/>
              <a:ea typeface="Archivo Black"/>
              <a:cs typeface="Archivo Black"/>
              <a:sym typeface="Archivo Black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t/>
            </a:r>
            <a:endParaRPr sz="2550">
              <a:solidFill>
                <a:schemeClr val="lt1"/>
              </a:solidFill>
              <a:latin typeface="Archivo Black"/>
              <a:ea typeface="Archivo Black"/>
              <a:cs typeface="Archivo Black"/>
              <a:sym typeface="Archivo Black"/>
            </a:endParaRPr>
          </a:p>
          <a:p>
            <a:pPr indent="-371475" lvl="0" marL="457200" rtl="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lt1"/>
              </a:buClr>
              <a:buSzPts val="2250"/>
              <a:buFont typeface="Archivo Black"/>
              <a:buChar char="●"/>
            </a:pPr>
            <a:r>
              <a:t/>
            </a:r>
            <a:endParaRPr sz="2250">
              <a:solidFill>
                <a:schemeClr val="lt1"/>
              </a:solidFill>
              <a:latin typeface="Archivo Black"/>
              <a:ea typeface="Archivo Black"/>
              <a:cs typeface="Archivo Black"/>
              <a:sym typeface="Archivo Black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lt1"/>
              </a:solidFill>
              <a:latin typeface="Archivo Black"/>
              <a:ea typeface="Archivo Black"/>
              <a:cs typeface="Archivo Black"/>
              <a:sym typeface="Archivo Black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17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6" name="Google Shape;176;p15"/>
          <p:cNvGrpSpPr/>
          <p:nvPr/>
        </p:nvGrpSpPr>
        <p:grpSpPr>
          <a:xfrm>
            <a:off x="629084" y="573225"/>
            <a:ext cx="17030236" cy="8996375"/>
            <a:chOff x="0" y="-38100"/>
            <a:chExt cx="4485300" cy="2369400"/>
          </a:xfrm>
        </p:grpSpPr>
        <p:sp>
          <p:nvSpPr>
            <p:cNvPr id="177" name="Google Shape;177;p15"/>
            <p:cNvSpPr/>
            <p:nvPr/>
          </p:nvSpPr>
          <p:spPr>
            <a:xfrm>
              <a:off x="0" y="0"/>
              <a:ext cx="4485224" cy="2331187"/>
            </a:xfrm>
            <a:custGeom>
              <a:rect b="b" l="l" r="r" t="t"/>
              <a:pathLst>
                <a:path extrusionOk="0" h="2331187" w="4485224">
                  <a:moveTo>
                    <a:pt x="0" y="0"/>
                  </a:moveTo>
                  <a:lnTo>
                    <a:pt x="4485224" y="0"/>
                  </a:lnTo>
                  <a:lnTo>
                    <a:pt x="4485224" y="2331187"/>
                  </a:lnTo>
                  <a:lnTo>
                    <a:pt x="0" y="2331187"/>
                  </a:lnTo>
                  <a:close/>
                </a:path>
              </a:pathLst>
            </a:custGeom>
            <a:solidFill>
              <a:srgbClr val="1A1C1F"/>
            </a:solidFill>
            <a:ln>
              <a:noFill/>
            </a:ln>
          </p:spPr>
        </p:sp>
        <p:sp>
          <p:nvSpPr>
            <p:cNvPr id="178" name="Google Shape;178;p15"/>
            <p:cNvSpPr txBox="1"/>
            <p:nvPr/>
          </p:nvSpPr>
          <p:spPr>
            <a:xfrm>
              <a:off x="0" y="-38100"/>
              <a:ext cx="4485300" cy="236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79" name="Google Shape;179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3350" y="-19396"/>
            <a:ext cx="17719649" cy="103825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68700" y="3023525"/>
            <a:ext cx="9081001" cy="5050349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5"/>
          <p:cNvSpPr txBox="1"/>
          <p:nvPr/>
        </p:nvSpPr>
        <p:spPr>
          <a:xfrm>
            <a:off x="968700" y="746117"/>
            <a:ext cx="152034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999">
                <a:solidFill>
                  <a:srgbClr val="F5C82A"/>
                </a:solidFill>
                <a:latin typeface="Archivo Black"/>
                <a:ea typeface="Archivo Black"/>
                <a:cs typeface="Archivo Black"/>
                <a:sym typeface="Archivo Black"/>
              </a:rPr>
              <a:t>Constructing an AM Modulator</a:t>
            </a:r>
            <a:endParaRPr/>
          </a:p>
        </p:txBody>
      </p:sp>
      <p:sp>
        <p:nvSpPr>
          <p:cNvPr id="182" name="Google Shape;182;p15"/>
          <p:cNvSpPr txBox="1"/>
          <p:nvPr/>
        </p:nvSpPr>
        <p:spPr>
          <a:xfrm>
            <a:off x="10718475" y="2441600"/>
            <a:ext cx="6357300" cy="621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500">
                <a:solidFill>
                  <a:schemeClr val="accent1"/>
                </a:solidFill>
                <a:latin typeface="Archivo Black"/>
                <a:ea typeface="Archivo Black"/>
                <a:cs typeface="Archivo Black"/>
                <a:sym typeface="Archivo Black"/>
              </a:rPr>
              <a:t>Component Selection</a:t>
            </a:r>
            <a:endParaRPr sz="3500">
              <a:solidFill>
                <a:schemeClr val="accent1"/>
              </a:solidFill>
              <a:latin typeface="Archivo Black"/>
              <a:ea typeface="Archivo Black"/>
              <a:cs typeface="Archivo Black"/>
              <a:sym typeface="Archivo Blac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100">
              <a:solidFill>
                <a:schemeClr val="accent1"/>
              </a:solidFill>
              <a:latin typeface="Archivo Black"/>
              <a:ea typeface="Archivo Black"/>
              <a:cs typeface="Archivo Black"/>
              <a:sym typeface="Archivo Blac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100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rPr>
              <a:t>• </a:t>
            </a:r>
            <a:r>
              <a:rPr lang="en-US" sz="2400">
                <a:solidFill>
                  <a:schemeClr val="accent1"/>
                </a:solidFill>
                <a:latin typeface="Archivo Black"/>
                <a:ea typeface="Archivo Black"/>
                <a:cs typeface="Archivo Black"/>
                <a:sym typeface="Archivo Black"/>
              </a:rPr>
              <a:t>Diode: 1N4148</a:t>
            </a:r>
            <a:r>
              <a:rPr lang="en-US" sz="2400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rPr>
              <a:t> (fast switching diode).</a:t>
            </a:r>
            <a:endParaRPr sz="2400">
              <a:solidFill>
                <a:schemeClr val="lt1"/>
              </a:solidFill>
              <a:latin typeface="Archivo Black"/>
              <a:ea typeface="Archivo Black"/>
              <a:cs typeface="Archivo Black"/>
              <a:sym typeface="Archivo Blac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accent1"/>
                </a:solidFill>
                <a:latin typeface="Archivo Black"/>
                <a:ea typeface="Archivo Black"/>
                <a:cs typeface="Archivo Black"/>
                <a:sym typeface="Archivo Black"/>
              </a:rPr>
              <a:t>• Inductor (L): </a:t>
            </a:r>
            <a:r>
              <a:rPr lang="en-US" sz="2400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rPr>
              <a:t>Got a shielded inductor   that was available on the market and would</a:t>
            </a:r>
            <a:endParaRPr sz="2400">
              <a:solidFill>
                <a:schemeClr val="lt1"/>
              </a:solidFill>
              <a:latin typeface="Archivo Black"/>
              <a:ea typeface="Archivo Black"/>
              <a:cs typeface="Archivo Black"/>
              <a:sym typeface="Archivo Blac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rPr>
              <a:t>resonate with the frequencies available at our function generators.</a:t>
            </a:r>
            <a:endParaRPr sz="2400">
              <a:solidFill>
                <a:schemeClr val="lt1"/>
              </a:solidFill>
              <a:latin typeface="Archivo Black"/>
              <a:ea typeface="Archivo Black"/>
              <a:cs typeface="Archivo Black"/>
              <a:sym typeface="Archivo Blac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accent1"/>
                </a:solidFill>
                <a:latin typeface="Archivo Black"/>
                <a:ea typeface="Archivo Black"/>
                <a:cs typeface="Archivo Black"/>
                <a:sym typeface="Archivo Black"/>
              </a:rPr>
              <a:t>• Capacitor (C):</a:t>
            </a:r>
            <a:r>
              <a:rPr lang="en-US" sz="2400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rPr>
              <a:t> 10nF Capacitor paired with L to form an LC resonator.</a:t>
            </a:r>
            <a:endParaRPr sz="2400">
              <a:solidFill>
                <a:schemeClr val="lt1"/>
              </a:solidFill>
              <a:latin typeface="Archivo Black"/>
              <a:ea typeface="Archivo Black"/>
              <a:cs typeface="Archivo Black"/>
              <a:sym typeface="Archivo Blac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accent1"/>
                </a:solidFill>
                <a:latin typeface="Archivo Black"/>
                <a:ea typeface="Archivo Black"/>
                <a:cs typeface="Archivo Black"/>
                <a:sym typeface="Archivo Black"/>
              </a:rPr>
              <a:t>• Resistors: </a:t>
            </a:r>
            <a:r>
              <a:rPr lang="en-US" sz="2400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rPr>
              <a:t>Various values for biasing and limiting current.</a:t>
            </a:r>
            <a:endParaRPr sz="2400">
              <a:solidFill>
                <a:schemeClr val="lt1"/>
              </a:solidFill>
              <a:latin typeface="Archivo Black"/>
              <a:ea typeface="Archivo Black"/>
              <a:cs typeface="Archivo Black"/>
              <a:sym typeface="Archivo Blac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rPr>
              <a:t>  </a:t>
            </a:r>
            <a:endParaRPr sz="2100">
              <a:solidFill>
                <a:schemeClr val="lt1"/>
              </a:solidFill>
              <a:latin typeface="Archivo Black"/>
              <a:ea typeface="Archivo Black"/>
              <a:cs typeface="Archivo Black"/>
              <a:sym typeface="Archivo Black"/>
            </a:endParaRPr>
          </a:p>
        </p:txBody>
      </p:sp>
      <p:pic>
        <p:nvPicPr>
          <p:cNvPr id="183" name="Google Shape;183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121100" y="3270075"/>
            <a:ext cx="8684149" cy="4440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" name="Google Shape;18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9" name="Google Shape;189;p16"/>
          <p:cNvGrpSpPr/>
          <p:nvPr/>
        </p:nvGrpSpPr>
        <p:grpSpPr>
          <a:xfrm>
            <a:off x="629084" y="573225"/>
            <a:ext cx="17030236" cy="8996375"/>
            <a:chOff x="0" y="-38100"/>
            <a:chExt cx="4485300" cy="2369400"/>
          </a:xfrm>
        </p:grpSpPr>
        <p:sp>
          <p:nvSpPr>
            <p:cNvPr id="190" name="Google Shape;190;p16"/>
            <p:cNvSpPr/>
            <p:nvPr/>
          </p:nvSpPr>
          <p:spPr>
            <a:xfrm>
              <a:off x="0" y="0"/>
              <a:ext cx="4485224" cy="2331187"/>
            </a:xfrm>
            <a:custGeom>
              <a:rect b="b" l="l" r="r" t="t"/>
              <a:pathLst>
                <a:path extrusionOk="0" h="2331187" w="4485224">
                  <a:moveTo>
                    <a:pt x="0" y="0"/>
                  </a:moveTo>
                  <a:lnTo>
                    <a:pt x="4485224" y="0"/>
                  </a:lnTo>
                  <a:lnTo>
                    <a:pt x="4485224" y="2331187"/>
                  </a:lnTo>
                  <a:lnTo>
                    <a:pt x="0" y="2331187"/>
                  </a:lnTo>
                  <a:close/>
                </a:path>
              </a:pathLst>
            </a:custGeom>
            <a:solidFill>
              <a:srgbClr val="1A1C1F"/>
            </a:solidFill>
            <a:ln>
              <a:noFill/>
            </a:ln>
          </p:spPr>
        </p:sp>
        <p:sp>
          <p:nvSpPr>
            <p:cNvPr id="191" name="Google Shape;191;p16"/>
            <p:cNvSpPr txBox="1"/>
            <p:nvPr/>
          </p:nvSpPr>
          <p:spPr>
            <a:xfrm>
              <a:off x="0" y="-38100"/>
              <a:ext cx="4485300" cy="236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92" name="Google Shape;192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3350" y="-19396"/>
            <a:ext cx="17719649" cy="103825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92500" y="3044225"/>
            <a:ext cx="9225702" cy="519525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16"/>
          <p:cNvSpPr txBox="1"/>
          <p:nvPr/>
        </p:nvSpPr>
        <p:spPr>
          <a:xfrm>
            <a:off x="968700" y="746117"/>
            <a:ext cx="152034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999">
                <a:solidFill>
                  <a:srgbClr val="F5C82A"/>
                </a:solidFill>
                <a:latin typeface="Archivo Black"/>
                <a:ea typeface="Archivo Black"/>
                <a:cs typeface="Archivo Black"/>
                <a:sym typeface="Archivo Black"/>
              </a:rPr>
              <a:t>Constructing an AM Modulator</a:t>
            </a:r>
            <a:endParaRPr/>
          </a:p>
        </p:txBody>
      </p:sp>
      <p:sp>
        <p:nvSpPr>
          <p:cNvPr id="195" name="Google Shape;195;p16"/>
          <p:cNvSpPr txBox="1"/>
          <p:nvPr/>
        </p:nvSpPr>
        <p:spPr>
          <a:xfrm>
            <a:off x="10486325" y="2875925"/>
            <a:ext cx="7173000" cy="511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50">
                <a:solidFill>
                  <a:schemeClr val="accent1"/>
                </a:solidFill>
                <a:latin typeface="Archivo Black"/>
                <a:ea typeface="Archivo Black"/>
                <a:cs typeface="Archivo Black"/>
                <a:sym typeface="Archivo Black"/>
              </a:rPr>
              <a:t>Modulator Implementation Process</a:t>
            </a:r>
            <a:endParaRPr sz="5000">
              <a:solidFill>
                <a:schemeClr val="accent1"/>
              </a:solidFill>
              <a:latin typeface="Archivo Black"/>
              <a:ea typeface="Archivo Black"/>
              <a:cs typeface="Archivo Black"/>
              <a:sym typeface="Archivo Black"/>
            </a:endParaRPr>
          </a:p>
          <a:p>
            <a:pPr indent="-352425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Archivo Black"/>
              <a:buChar char="●"/>
            </a:pPr>
            <a:r>
              <a:rPr lang="en-US" sz="1950">
                <a:solidFill>
                  <a:schemeClr val="accent1"/>
                </a:solidFill>
                <a:latin typeface="Archivo Black"/>
                <a:ea typeface="Archivo Black"/>
                <a:cs typeface="Archivo Black"/>
                <a:sym typeface="Archivo Black"/>
              </a:rPr>
              <a:t>Resistive Mixing:</a:t>
            </a:r>
            <a:endParaRPr sz="1950">
              <a:solidFill>
                <a:schemeClr val="accent1"/>
              </a:solidFill>
              <a:latin typeface="Archivo Black"/>
              <a:ea typeface="Archivo Black"/>
              <a:cs typeface="Archivo Black"/>
              <a:sym typeface="Archivo Black"/>
            </a:endParaRPr>
          </a:p>
          <a:p>
            <a:pPr indent="-35242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50"/>
              <a:buFont typeface="Archivo Black"/>
              <a:buChar char="●"/>
            </a:pPr>
            <a:r>
              <a:rPr lang="en-US" sz="1950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rPr>
              <a:t>Combine carrier and modulating signals with two resistors to form a composite signal.</a:t>
            </a:r>
            <a:endParaRPr sz="1950">
              <a:solidFill>
                <a:schemeClr val="lt1"/>
              </a:solidFill>
              <a:latin typeface="Archivo Black"/>
              <a:ea typeface="Archivo Black"/>
              <a:cs typeface="Archivo Black"/>
              <a:sym typeface="Archivo Black"/>
            </a:endParaRPr>
          </a:p>
          <a:p>
            <a:pPr indent="-3524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5C82A"/>
              </a:buClr>
              <a:buSzPts val="1950"/>
              <a:buFont typeface="Archivo Black"/>
              <a:buChar char="●"/>
            </a:pPr>
            <a:r>
              <a:rPr lang="en-US" sz="1950">
                <a:solidFill>
                  <a:srgbClr val="F5C82A"/>
                </a:solidFill>
                <a:latin typeface="Archivo Black"/>
                <a:ea typeface="Archivo Black"/>
                <a:cs typeface="Archivo Black"/>
                <a:sym typeface="Archivo Black"/>
              </a:rPr>
              <a:t>Diode Rectification:</a:t>
            </a:r>
            <a:endParaRPr sz="1950">
              <a:solidFill>
                <a:srgbClr val="F5C82A"/>
              </a:solidFill>
              <a:latin typeface="Archivo Black"/>
              <a:ea typeface="Archivo Black"/>
              <a:cs typeface="Archivo Black"/>
              <a:sym typeface="Archivo Black"/>
            </a:endParaRPr>
          </a:p>
          <a:p>
            <a:pPr indent="-35242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50"/>
              <a:buFont typeface="Archivo Black"/>
              <a:buChar char="●"/>
            </a:pPr>
            <a:r>
              <a:rPr lang="en-US" sz="1950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rPr>
              <a:t>Use a 1N4148 diode to pass positive pulses, varying with the modulating signal.</a:t>
            </a:r>
            <a:endParaRPr sz="1950">
              <a:solidFill>
                <a:schemeClr val="lt1"/>
              </a:solidFill>
              <a:latin typeface="Archivo Black"/>
              <a:ea typeface="Archivo Black"/>
              <a:cs typeface="Archivo Black"/>
              <a:sym typeface="Archivo Black"/>
            </a:endParaRPr>
          </a:p>
          <a:p>
            <a:pPr indent="-3524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Archivo Black"/>
              <a:buChar char="●"/>
            </a:pPr>
            <a:r>
              <a:rPr lang="en-US" sz="1950">
                <a:solidFill>
                  <a:schemeClr val="accent1"/>
                </a:solidFill>
                <a:latin typeface="Archivo Black"/>
                <a:ea typeface="Archivo Black"/>
                <a:cs typeface="Archivo Black"/>
                <a:sym typeface="Archivo Black"/>
              </a:rPr>
              <a:t>LC Tank Circuit:</a:t>
            </a:r>
            <a:endParaRPr sz="1950">
              <a:solidFill>
                <a:schemeClr val="accent1"/>
              </a:solidFill>
              <a:latin typeface="Archivo Black"/>
              <a:ea typeface="Archivo Black"/>
              <a:cs typeface="Archivo Black"/>
              <a:sym typeface="Archivo Black"/>
            </a:endParaRPr>
          </a:p>
          <a:p>
            <a:pPr indent="-35242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50"/>
              <a:buFont typeface="Archivo Black"/>
              <a:buChar char="●"/>
            </a:pPr>
            <a:r>
              <a:rPr lang="en-US" sz="1950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rPr>
              <a:t>Connect an LC circuit to resonate at the carrier frequency, reconstructing the waveform.</a:t>
            </a:r>
            <a:endParaRPr sz="1950">
              <a:solidFill>
                <a:schemeClr val="lt1"/>
              </a:solidFill>
              <a:latin typeface="Archivo Black"/>
              <a:ea typeface="Archivo Black"/>
              <a:cs typeface="Archivo Black"/>
              <a:sym typeface="Archivo Black"/>
            </a:endParaRPr>
          </a:p>
          <a:p>
            <a:pPr indent="-3524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Archivo Black"/>
              <a:buChar char="●"/>
            </a:pPr>
            <a:r>
              <a:rPr lang="en-US" sz="1950">
                <a:solidFill>
                  <a:schemeClr val="accent1"/>
                </a:solidFill>
                <a:latin typeface="Archivo Black"/>
                <a:ea typeface="Archivo Black"/>
                <a:cs typeface="Archivo Black"/>
                <a:sym typeface="Archivo Black"/>
              </a:rPr>
              <a:t>Amplitude Modulation:</a:t>
            </a:r>
            <a:endParaRPr sz="1950">
              <a:solidFill>
                <a:schemeClr val="accent1"/>
              </a:solidFill>
              <a:latin typeface="Archivo Black"/>
              <a:ea typeface="Archivo Black"/>
              <a:cs typeface="Archivo Black"/>
              <a:sym typeface="Archivo Black"/>
            </a:endParaRPr>
          </a:p>
          <a:p>
            <a:pPr indent="-35242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50"/>
              <a:buFont typeface="Archivo Black"/>
              <a:buChar char="●"/>
            </a:pPr>
            <a:r>
              <a:rPr lang="en-US" sz="1950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rPr>
              <a:t>Carrier amplitude varies with the modulating signal, creating an AM waveform.</a:t>
            </a:r>
            <a:endParaRPr sz="1950">
              <a:solidFill>
                <a:schemeClr val="lt1"/>
              </a:solidFill>
              <a:latin typeface="Archivo Black"/>
              <a:ea typeface="Archivo Black"/>
              <a:cs typeface="Archivo Black"/>
              <a:sym typeface="Archivo Black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lt1"/>
              </a:solidFill>
              <a:latin typeface="Archivo Black"/>
              <a:ea typeface="Archivo Black"/>
              <a:cs typeface="Archivo Black"/>
              <a:sym typeface="Archivo Black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rPr>
              <a:t>  </a:t>
            </a:r>
            <a:endParaRPr sz="2100">
              <a:solidFill>
                <a:schemeClr val="lt1"/>
              </a:solidFill>
              <a:latin typeface="Archivo Black"/>
              <a:ea typeface="Archivo Black"/>
              <a:cs typeface="Archivo Black"/>
              <a:sym typeface="Archivo Black"/>
            </a:endParaRPr>
          </a:p>
        </p:txBody>
      </p:sp>
      <p:pic>
        <p:nvPicPr>
          <p:cNvPr id="196" name="Google Shape;196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198925" y="3346275"/>
            <a:ext cx="8558349" cy="43759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" name="Google Shape;20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2" name="Google Shape;202;p17"/>
          <p:cNvGrpSpPr/>
          <p:nvPr/>
        </p:nvGrpSpPr>
        <p:grpSpPr>
          <a:xfrm>
            <a:off x="629084" y="573225"/>
            <a:ext cx="17030236" cy="8996375"/>
            <a:chOff x="0" y="-38100"/>
            <a:chExt cx="4485300" cy="2369400"/>
          </a:xfrm>
        </p:grpSpPr>
        <p:sp>
          <p:nvSpPr>
            <p:cNvPr id="203" name="Google Shape;203;p17"/>
            <p:cNvSpPr/>
            <p:nvPr/>
          </p:nvSpPr>
          <p:spPr>
            <a:xfrm>
              <a:off x="0" y="0"/>
              <a:ext cx="4485224" cy="2331187"/>
            </a:xfrm>
            <a:custGeom>
              <a:rect b="b" l="l" r="r" t="t"/>
              <a:pathLst>
                <a:path extrusionOk="0" h="2331187" w="4485224">
                  <a:moveTo>
                    <a:pt x="0" y="0"/>
                  </a:moveTo>
                  <a:lnTo>
                    <a:pt x="4485224" y="0"/>
                  </a:lnTo>
                  <a:lnTo>
                    <a:pt x="4485224" y="2331187"/>
                  </a:lnTo>
                  <a:lnTo>
                    <a:pt x="0" y="2331187"/>
                  </a:lnTo>
                  <a:close/>
                </a:path>
              </a:pathLst>
            </a:custGeom>
            <a:solidFill>
              <a:srgbClr val="1A1C1F"/>
            </a:solidFill>
            <a:ln>
              <a:noFill/>
            </a:ln>
          </p:spPr>
        </p:sp>
        <p:sp>
          <p:nvSpPr>
            <p:cNvPr id="204" name="Google Shape;204;p17"/>
            <p:cNvSpPr txBox="1"/>
            <p:nvPr/>
          </p:nvSpPr>
          <p:spPr>
            <a:xfrm>
              <a:off x="0" y="-38100"/>
              <a:ext cx="4485300" cy="236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05" name="Google Shape;205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9550" y="56804"/>
            <a:ext cx="17719649" cy="10382595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17"/>
          <p:cNvSpPr txBox="1"/>
          <p:nvPr/>
        </p:nvSpPr>
        <p:spPr>
          <a:xfrm>
            <a:off x="1088225" y="1028803"/>
            <a:ext cx="81153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999">
                <a:solidFill>
                  <a:srgbClr val="F5C82A"/>
                </a:solidFill>
                <a:latin typeface="Archivo Black"/>
                <a:ea typeface="Archivo Black"/>
                <a:cs typeface="Archivo Black"/>
                <a:sym typeface="Archivo Black"/>
              </a:rPr>
              <a:t>Demodulator</a:t>
            </a:r>
            <a:endParaRPr/>
          </a:p>
        </p:txBody>
      </p:sp>
      <p:pic>
        <p:nvPicPr>
          <p:cNvPr id="207" name="Google Shape;207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500925" y="8609176"/>
            <a:ext cx="1523850" cy="78536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68700" y="2730500"/>
            <a:ext cx="8422323" cy="5177799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17"/>
          <p:cNvSpPr txBox="1"/>
          <p:nvPr/>
        </p:nvSpPr>
        <p:spPr>
          <a:xfrm>
            <a:off x="9391025" y="2270850"/>
            <a:ext cx="7856400" cy="75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77825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accent1"/>
              </a:buClr>
              <a:buSzPts val="2350"/>
              <a:buFont typeface="Archivo Black"/>
              <a:buChar char="●"/>
            </a:pPr>
            <a:r>
              <a:rPr lang="en-US" sz="2350">
                <a:solidFill>
                  <a:schemeClr val="accent1"/>
                </a:solidFill>
                <a:latin typeface="Archivo Black"/>
                <a:ea typeface="Archivo Black"/>
                <a:cs typeface="Archivo Black"/>
                <a:sym typeface="Archivo Black"/>
              </a:rPr>
              <a:t>Purpose of Demodulation:</a:t>
            </a:r>
            <a:endParaRPr sz="2350">
              <a:solidFill>
                <a:schemeClr val="accent1"/>
              </a:solidFill>
              <a:latin typeface="Archivo Black"/>
              <a:ea typeface="Archivo Black"/>
              <a:cs typeface="Archivo Black"/>
              <a:sym typeface="Archivo Black"/>
            </a:endParaRPr>
          </a:p>
          <a:p>
            <a:pPr indent="-37782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50"/>
              <a:buFont typeface="Archivo Black"/>
              <a:buChar char="●"/>
            </a:pPr>
            <a:r>
              <a:rPr lang="en-US" sz="2350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rPr>
              <a:t>Extract the original modulating signal from the modulated carrier wave.</a:t>
            </a:r>
            <a:endParaRPr sz="2350">
              <a:solidFill>
                <a:schemeClr val="lt1"/>
              </a:solidFill>
              <a:latin typeface="Archivo Black"/>
              <a:ea typeface="Archivo Black"/>
              <a:cs typeface="Archivo Black"/>
              <a:sym typeface="Archivo Black"/>
            </a:endParaRPr>
          </a:p>
          <a:p>
            <a:pPr indent="-3778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350"/>
              <a:buFont typeface="Archivo Black"/>
              <a:buChar char="●"/>
            </a:pPr>
            <a:r>
              <a:rPr lang="en-US" sz="2350">
                <a:solidFill>
                  <a:schemeClr val="accent1"/>
                </a:solidFill>
                <a:latin typeface="Archivo Black"/>
                <a:ea typeface="Archivo Black"/>
                <a:cs typeface="Archivo Black"/>
                <a:sym typeface="Archivo Black"/>
              </a:rPr>
              <a:t>Envelope Detector:</a:t>
            </a:r>
            <a:endParaRPr sz="2350">
              <a:solidFill>
                <a:schemeClr val="accent1"/>
              </a:solidFill>
              <a:latin typeface="Archivo Black"/>
              <a:ea typeface="Archivo Black"/>
              <a:cs typeface="Archivo Black"/>
              <a:sym typeface="Archivo Black"/>
            </a:endParaRPr>
          </a:p>
          <a:p>
            <a:pPr indent="-37782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50"/>
              <a:buFont typeface="Archivo Black"/>
              <a:buChar char="●"/>
            </a:pPr>
            <a:r>
              <a:rPr lang="en-US" sz="2350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rPr>
              <a:t>A simple and effective circuit for AM demodulation.</a:t>
            </a:r>
            <a:endParaRPr sz="2350">
              <a:solidFill>
                <a:schemeClr val="lt1"/>
              </a:solidFill>
              <a:latin typeface="Archivo Black"/>
              <a:ea typeface="Archivo Black"/>
              <a:cs typeface="Archivo Black"/>
              <a:sym typeface="Archivo Black"/>
            </a:endParaRPr>
          </a:p>
          <a:p>
            <a:pPr indent="-3778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350"/>
              <a:buFont typeface="Archivo Black"/>
              <a:buChar char="●"/>
            </a:pPr>
            <a:r>
              <a:rPr lang="en-US" sz="2350">
                <a:solidFill>
                  <a:schemeClr val="accent1"/>
                </a:solidFill>
                <a:latin typeface="Archivo Black"/>
                <a:ea typeface="Archivo Black"/>
                <a:cs typeface="Archivo Black"/>
                <a:sym typeface="Archivo Black"/>
              </a:rPr>
              <a:t>Key Components:</a:t>
            </a:r>
            <a:endParaRPr sz="2350">
              <a:solidFill>
                <a:schemeClr val="accent1"/>
              </a:solidFill>
              <a:latin typeface="Archivo Black"/>
              <a:ea typeface="Archivo Black"/>
              <a:cs typeface="Archivo Black"/>
              <a:sym typeface="Archivo Black"/>
            </a:endParaRPr>
          </a:p>
          <a:p>
            <a:pPr indent="-37782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50"/>
              <a:buFont typeface="Archivo Black"/>
              <a:buChar char="●"/>
            </a:pPr>
            <a:r>
              <a:rPr lang="en-US" sz="2350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rPr>
              <a:t>Diode: Rectifies the incoming AM signal.</a:t>
            </a:r>
            <a:endParaRPr sz="2350">
              <a:solidFill>
                <a:schemeClr val="lt1"/>
              </a:solidFill>
              <a:latin typeface="Archivo Black"/>
              <a:ea typeface="Archivo Black"/>
              <a:cs typeface="Archivo Black"/>
              <a:sym typeface="Archivo Black"/>
            </a:endParaRPr>
          </a:p>
          <a:p>
            <a:pPr indent="-37782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50"/>
              <a:buFont typeface="Archivo Black"/>
              <a:buChar char="●"/>
            </a:pPr>
            <a:r>
              <a:rPr lang="en-US" sz="2350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rPr>
              <a:t>RC Low-Pass Filter: Smooths the rectified signal to recover the modulating signal.</a:t>
            </a:r>
            <a:endParaRPr sz="2350">
              <a:solidFill>
                <a:schemeClr val="lt1"/>
              </a:solidFill>
              <a:latin typeface="Archivo Black"/>
              <a:ea typeface="Archivo Black"/>
              <a:cs typeface="Archivo Black"/>
              <a:sym typeface="Archivo Black"/>
            </a:endParaRPr>
          </a:p>
          <a:p>
            <a:pPr indent="-3778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350"/>
              <a:buFont typeface="Archivo Black"/>
              <a:buChar char="●"/>
            </a:pPr>
            <a:r>
              <a:rPr lang="en-US" sz="2350">
                <a:solidFill>
                  <a:schemeClr val="accent1"/>
                </a:solidFill>
                <a:latin typeface="Archivo Black"/>
                <a:ea typeface="Archivo Black"/>
                <a:cs typeface="Archivo Black"/>
                <a:sym typeface="Archivo Black"/>
              </a:rPr>
              <a:t>Time Constant (𝜏=𝑅𝐶):</a:t>
            </a:r>
            <a:endParaRPr sz="2350">
              <a:solidFill>
                <a:schemeClr val="accent1"/>
              </a:solidFill>
              <a:latin typeface="Archivo Black"/>
              <a:ea typeface="Archivo Black"/>
              <a:cs typeface="Archivo Black"/>
              <a:sym typeface="Archivo Black"/>
            </a:endParaRPr>
          </a:p>
          <a:p>
            <a:pPr indent="-29527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oboto"/>
              <a:buChar char="●"/>
            </a:pPr>
            <a:r>
              <a:rPr lang="en-US" sz="2350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rPr>
              <a:t>Chosen to effectively track the envelope without distortion</a:t>
            </a:r>
            <a:r>
              <a:rPr lang="en-US" sz="1150">
                <a:solidFill>
                  <a:schemeClr val="dk1"/>
                </a:solidFill>
                <a:highlight>
                  <a:srgbClr val="111113"/>
                </a:highlight>
                <a:latin typeface="Roboto"/>
                <a:ea typeface="Roboto"/>
                <a:cs typeface="Roboto"/>
                <a:sym typeface="Roboto"/>
              </a:rPr>
              <a:t>.</a:t>
            </a:r>
            <a:endParaRPr sz="1150">
              <a:solidFill>
                <a:schemeClr val="dk1"/>
              </a:solidFill>
              <a:highlight>
                <a:srgbClr val="111113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240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lt1"/>
              </a:solidFill>
              <a:latin typeface="Archivo Black"/>
              <a:ea typeface="Archivo Black"/>
              <a:cs typeface="Archivo Black"/>
              <a:sym typeface="Archivo Black"/>
            </a:endParaRPr>
          </a:p>
        </p:txBody>
      </p:sp>
      <p:pic>
        <p:nvPicPr>
          <p:cNvPr id="210" name="Google Shape;210;p1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190199" y="3260176"/>
            <a:ext cx="7824701" cy="4210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" name="Google Shape;215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6" name="Google Shape;216;p18"/>
          <p:cNvGrpSpPr/>
          <p:nvPr/>
        </p:nvGrpSpPr>
        <p:grpSpPr>
          <a:xfrm>
            <a:off x="629084" y="573225"/>
            <a:ext cx="17030236" cy="8996375"/>
            <a:chOff x="0" y="-38100"/>
            <a:chExt cx="4485300" cy="2369400"/>
          </a:xfrm>
        </p:grpSpPr>
        <p:sp>
          <p:nvSpPr>
            <p:cNvPr id="217" name="Google Shape;217;p18"/>
            <p:cNvSpPr/>
            <p:nvPr/>
          </p:nvSpPr>
          <p:spPr>
            <a:xfrm>
              <a:off x="0" y="0"/>
              <a:ext cx="4485224" cy="2331187"/>
            </a:xfrm>
            <a:custGeom>
              <a:rect b="b" l="l" r="r" t="t"/>
              <a:pathLst>
                <a:path extrusionOk="0" h="2331187" w="4485224">
                  <a:moveTo>
                    <a:pt x="0" y="0"/>
                  </a:moveTo>
                  <a:lnTo>
                    <a:pt x="4485224" y="0"/>
                  </a:lnTo>
                  <a:lnTo>
                    <a:pt x="4485224" y="2331187"/>
                  </a:lnTo>
                  <a:lnTo>
                    <a:pt x="0" y="2331187"/>
                  </a:lnTo>
                  <a:close/>
                </a:path>
              </a:pathLst>
            </a:custGeom>
            <a:solidFill>
              <a:srgbClr val="1A1C1F"/>
            </a:solidFill>
            <a:ln>
              <a:noFill/>
            </a:ln>
          </p:spPr>
        </p:sp>
        <p:sp>
          <p:nvSpPr>
            <p:cNvPr id="218" name="Google Shape;218;p18"/>
            <p:cNvSpPr txBox="1"/>
            <p:nvPr/>
          </p:nvSpPr>
          <p:spPr>
            <a:xfrm>
              <a:off x="0" y="-38100"/>
              <a:ext cx="4485300" cy="236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19" name="Google Shape;219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9550" y="56804"/>
            <a:ext cx="17719649" cy="10382595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18"/>
          <p:cNvSpPr txBox="1"/>
          <p:nvPr/>
        </p:nvSpPr>
        <p:spPr>
          <a:xfrm>
            <a:off x="1088225" y="1028800"/>
            <a:ext cx="144126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999">
                <a:solidFill>
                  <a:srgbClr val="F5C82A"/>
                </a:solidFill>
                <a:latin typeface="Archivo Black"/>
                <a:ea typeface="Archivo Black"/>
                <a:cs typeface="Archivo Black"/>
                <a:sym typeface="Archivo Black"/>
              </a:rPr>
              <a:t>Construction of </a:t>
            </a:r>
            <a:r>
              <a:rPr lang="en-US" sz="6999">
                <a:solidFill>
                  <a:srgbClr val="F5C82A"/>
                </a:solidFill>
                <a:latin typeface="Archivo Black"/>
                <a:ea typeface="Archivo Black"/>
                <a:cs typeface="Archivo Black"/>
                <a:sym typeface="Archivo Black"/>
              </a:rPr>
              <a:t>Demodulator</a:t>
            </a:r>
            <a:endParaRPr/>
          </a:p>
        </p:txBody>
      </p:sp>
      <p:pic>
        <p:nvPicPr>
          <p:cNvPr id="221" name="Google Shape;221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500925" y="8609176"/>
            <a:ext cx="1523850" cy="78536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68700" y="2837225"/>
            <a:ext cx="8263598" cy="4909025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18"/>
          <p:cNvSpPr txBox="1"/>
          <p:nvPr/>
        </p:nvSpPr>
        <p:spPr>
          <a:xfrm>
            <a:off x="9498125" y="2969038"/>
            <a:ext cx="8161200" cy="47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en-US" sz="3250">
                <a:solidFill>
                  <a:schemeClr val="accent1"/>
                </a:solidFill>
                <a:latin typeface="Archivo Black"/>
                <a:ea typeface="Archivo Black"/>
                <a:cs typeface="Archivo Black"/>
                <a:sym typeface="Archivo Black"/>
              </a:rPr>
              <a:t>Component Selection</a:t>
            </a:r>
            <a:endParaRPr sz="3250">
              <a:solidFill>
                <a:schemeClr val="accent1"/>
              </a:solidFill>
              <a:latin typeface="Archivo Black"/>
              <a:ea typeface="Archivo Black"/>
              <a:cs typeface="Archivo Black"/>
              <a:sym typeface="Archivo Black"/>
            </a:endParaRPr>
          </a:p>
          <a:p>
            <a:pPr indent="-409575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lt1"/>
              </a:buClr>
              <a:buSzPts val="2850"/>
              <a:buFont typeface="Archivo Black"/>
              <a:buChar char="●"/>
            </a:pPr>
            <a:r>
              <a:rPr lang="en-US" sz="2850">
                <a:solidFill>
                  <a:schemeClr val="accent1"/>
                </a:solidFill>
                <a:latin typeface="Archivo Black"/>
                <a:ea typeface="Archivo Black"/>
                <a:cs typeface="Archivo Black"/>
                <a:sym typeface="Archivo Black"/>
              </a:rPr>
              <a:t>Diode</a:t>
            </a:r>
            <a:r>
              <a:rPr lang="en-US" sz="2850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rPr>
              <a:t>: 1N34 (Germanium diode).</a:t>
            </a:r>
            <a:endParaRPr sz="2850">
              <a:solidFill>
                <a:schemeClr val="lt1"/>
              </a:solidFill>
              <a:latin typeface="Archivo Black"/>
              <a:ea typeface="Archivo Black"/>
              <a:cs typeface="Archivo Black"/>
              <a:sym typeface="Archivo Black"/>
            </a:endParaRPr>
          </a:p>
          <a:p>
            <a:pPr indent="-4095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50"/>
              <a:buFont typeface="Archivo Black"/>
              <a:buChar char="●"/>
            </a:pPr>
            <a:r>
              <a:rPr lang="en-US" sz="2850">
                <a:solidFill>
                  <a:schemeClr val="accent1"/>
                </a:solidFill>
                <a:latin typeface="Archivo Black"/>
                <a:ea typeface="Archivo Black"/>
                <a:cs typeface="Archivo Black"/>
                <a:sym typeface="Archivo Black"/>
              </a:rPr>
              <a:t>Capacitor </a:t>
            </a:r>
            <a:r>
              <a:rPr lang="en-US" sz="2850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rPr>
              <a:t>(C): 10nF Capacitor</a:t>
            </a:r>
            <a:endParaRPr sz="2850">
              <a:solidFill>
                <a:schemeClr val="lt1"/>
              </a:solidFill>
              <a:latin typeface="Archivo Black"/>
              <a:ea typeface="Archivo Black"/>
              <a:cs typeface="Archivo Black"/>
              <a:sym typeface="Archivo Black"/>
            </a:endParaRPr>
          </a:p>
          <a:p>
            <a:pPr indent="-4095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50"/>
              <a:buFont typeface="Archivo Black"/>
              <a:buChar char="●"/>
            </a:pPr>
            <a:r>
              <a:rPr lang="en-US" sz="2850">
                <a:solidFill>
                  <a:schemeClr val="accent1"/>
                </a:solidFill>
                <a:latin typeface="Archivo Black"/>
                <a:ea typeface="Archivo Black"/>
                <a:cs typeface="Archivo Black"/>
                <a:sym typeface="Archivo Black"/>
              </a:rPr>
              <a:t>Resistor </a:t>
            </a:r>
            <a:r>
              <a:rPr lang="en-US" sz="2850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rPr>
              <a:t>(R): 10kΩ resistor paired with C to create an RC circuit</a:t>
            </a:r>
            <a:endParaRPr sz="2850">
              <a:solidFill>
                <a:schemeClr val="lt1"/>
              </a:solidFill>
              <a:latin typeface="Archivo Black"/>
              <a:ea typeface="Archivo Black"/>
              <a:cs typeface="Archivo Black"/>
              <a:sym typeface="Archivo Black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 sz="2250">
              <a:solidFill>
                <a:schemeClr val="lt1"/>
              </a:solidFill>
              <a:latin typeface="Archivo Black"/>
              <a:ea typeface="Archivo Black"/>
              <a:cs typeface="Archivo Black"/>
              <a:sym typeface="Archivo Black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lt1"/>
              </a:solidFill>
              <a:latin typeface="Archivo Black"/>
              <a:ea typeface="Archivo Black"/>
              <a:cs typeface="Archivo Black"/>
              <a:sym typeface="Archivo Black"/>
            </a:endParaRPr>
          </a:p>
        </p:txBody>
      </p:sp>
      <p:pic>
        <p:nvPicPr>
          <p:cNvPr id="224" name="Google Shape;224;p1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190199" y="3260176"/>
            <a:ext cx="7824701" cy="4210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9" name="Google Shape;22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0" name="Google Shape;230;p19"/>
          <p:cNvGrpSpPr/>
          <p:nvPr/>
        </p:nvGrpSpPr>
        <p:grpSpPr>
          <a:xfrm>
            <a:off x="629084" y="573225"/>
            <a:ext cx="17030236" cy="8996375"/>
            <a:chOff x="0" y="-38100"/>
            <a:chExt cx="4485300" cy="2369400"/>
          </a:xfrm>
        </p:grpSpPr>
        <p:sp>
          <p:nvSpPr>
            <p:cNvPr id="231" name="Google Shape;231;p19"/>
            <p:cNvSpPr/>
            <p:nvPr/>
          </p:nvSpPr>
          <p:spPr>
            <a:xfrm>
              <a:off x="0" y="0"/>
              <a:ext cx="4485224" cy="2331187"/>
            </a:xfrm>
            <a:custGeom>
              <a:rect b="b" l="l" r="r" t="t"/>
              <a:pathLst>
                <a:path extrusionOk="0" h="2331187" w="4485224">
                  <a:moveTo>
                    <a:pt x="0" y="0"/>
                  </a:moveTo>
                  <a:lnTo>
                    <a:pt x="4485224" y="0"/>
                  </a:lnTo>
                  <a:lnTo>
                    <a:pt x="4485224" y="2331187"/>
                  </a:lnTo>
                  <a:lnTo>
                    <a:pt x="0" y="2331187"/>
                  </a:lnTo>
                  <a:close/>
                </a:path>
              </a:pathLst>
            </a:custGeom>
            <a:solidFill>
              <a:srgbClr val="1A1C1F"/>
            </a:solidFill>
            <a:ln>
              <a:noFill/>
            </a:ln>
          </p:spPr>
        </p:sp>
        <p:sp>
          <p:nvSpPr>
            <p:cNvPr id="232" name="Google Shape;232;p19"/>
            <p:cNvSpPr txBox="1"/>
            <p:nvPr/>
          </p:nvSpPr>
          <p:spPr>
            <a:xfrm>
              <a:off x="0" y="-38100"/>
              <a:ext cx="4485300" cy="236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33" name="Google Shape;233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9550" y="56804"/>
            <a:ext cx="17719649" cy="10382595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19"/>
          <p:cNvSpPr txBox="1"/>
          <p:nvPr/>
        </p:nvSpPr>
        <p:spPr>
          <a:xfrm>
            <a:off x="1088225" y="1028800"/>
            <a:ext cx="144126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999">
                <a:solidFill>
                  <a:srgbClr val="F5C82A"/>
                </a:solidFill>
                <a:latin typeface="Archivo Black"/>
                <a:ea typeface="Archivo Black"/>
                <a:cs typeface="Archivo Black"/>
                <a:sym typeface="Archivo Black"/>
              </a:rPr>
              <a:t>Construction of Demodulator</a:t>
            </a:r>
            <a:endParaRPr/>
          </a:p>
        </p:txBody>
      </p:sp>
      <p:pic>
        <p:nvPicPr>
          <p:cNvPr id="235" name="Google Shape;235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500925" y="8609176"/>
            <a:ext cx="1523850" cy="785369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49550" y="2730500"/>
            <a:ext cx="8403451" cy="5117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19"/>
          <p:cNvSpPr txBox="1"/>
          <p:nvPr/>
        </p:nvSpPr>
        <p:spPr>
          <a:xfrm>
            <a:off x="9498125" y="2356650"/>
            <a:ext cx="8161200" cy="62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en-US" sz="3250">
                <a:solidFill>
                  <a:schemeClr val="accent1"/>
                </a:solidFill>
                <a:latin typeface="Archivo Black"/>
                <a:ea typeface="Archivo Black"/>
                <a:cs typeface="Archivo Black"/>
                <a:sym typeface="Archivo Black"/>
              </a:rPr>
              <a:t>Implementation</a:t>
            </a:r>
            <a:endParaRPr sz="3250">
              <a:solidFill>
                <a:schemeClr val="accent1"/>
              </a:solidFill>
              <a:latin typeface="Archivo Black"/>
              <a:ea typeface="Archivo Black"/>
              <a:cs typeface="Archivo Black"/>
              <a:sym typeface="Archivo Black"/>
            </a:endParaRPr>
          </a:p>
          <a:p>
            <a:pPr indent="-352425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lt1"/>
              </a:buClr>
              <a:buSzPts val="1950"/>
              <a:buFont typeface="Archivo Black"/>
              <a:buChar char="●"/>
            </a:pPr>
            <a:r>
              <a:rPr lang="en-US" sz="1950">
                <a:solidFill>
                  <a:schemeClr val="accent1"/>
                </a:solidFill>
                <a:latin typeface="Archivo Black"/>
                <a:ea typeface="Archivo Black"/>
                <a:cs typeface="Archivo Black"/>
                <a:sym typeface="Archivo Black"/>
              </a:rPr>
              <a:t>Diode Rectification</a:t>
            </a:r>
            <a:r>
              <a:rPr lang="en-US" sz="1950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rPr>
              <a:t>:</a:t>
            </a:r>
            <a:endParaRPr sz="1950">
              <a:solidFill>
                <a:schemeClr val="lt1"/>
              </a:solidFill>
              <a:latin typeface="Archivo Black"/>
              <a:ea typeface="Archivo Black"/>
              <a:cs typeface="Archivo Black"/>
              <a:sym typeface="Archivo Black"/>
            </a:endParaRPr>
          </a:p>
          <a:p>
            <a:pPr indent="-35242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50"/>
              <a:buFont typeface="Archivo Black"/>
              <a:buChar char="●"/>
            </a:pPr>
            <a:r>
              <a:rPr lang="en-US" sz="1950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rPr>
              <a:t>Conducts on positive half-cycles of the AM signal, creating pulses that follow the envelope.</a:t>
            </a:r>
            <a:endParaRPr sz="1950">
              <a:solidFill>
                <a:schemeClr val="lt1"/>
              </a:solidFill>
              <a:latin typeface="Archivo Black"/>
              <a:ea typeface="Archivo Black"/>
              <a:cs typeface="Archivo Black"/>
              <a:sym typeface="Archivo Black"/>
            </a:endParaRPr>
          </a:p>
          <a:p>
            <a:pPr indent="-3524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Archivo Black"/>
              <a:buChar char="●"/>
            </a:pPr>
            <a:r>
              <a:rPr lang="en-US" sz="1950">
                <a:solidFill>
                  <a:schemeClr val="accent1"/>
                </a:solidFill>
                <a:latin typeface="Archivo Black"/>
                <a:ea typeface="Archivo Black"/>
                <a:cs typeface="Archivo Black"/>
                <a:sym typeface="Archivo Black"/>
              </a:rPr>
              <a:t>RC Low-Pass Filtering:</a:t>
            </a:r>
            <a:endParaRPr sz="1950">
              <a:solidFill>
                <a:schemeClr val="accent1"/>
              </a:solidFill>
              <a:latin typeface="Archivo Black"/>
              <a:ea typeface="Archivo Black"/>
              <a:cs typeface="Archivo Black"/>
              <a:sym typeface="Archivo Black"/>
            </a:endParaRPr>
          </a:p>
          <a:p>
            <a:pPr indent="-35242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50"/>
              <a:buFont typeface="Archivo Black"/>
              <a:buChar char="●"/>
            </a:pPr>
            <a:r>
              <a:rPr lang="en-US" sz="1950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rPr>
              <a:t>Capacitor charges to pulse peaks and discharges through a resistor.</a:t>
            </a:r>
            <a:endParaRPr sz="1950">
              <a:solidFill>
                <a:schemeClr val="lt1"/>
              </a:solidFill>
              <a:latin typeface="Archivo Black"/>
              <a:ea typeface="Archivo Black"/>
              <a:cs typeface="Archivo Black"/>
              <a:sym typeface="Archivo Black"/>
            </a:endParaRPr>
          </a:p>
          <a:p>
            <a:pPr indent="-35242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50"/>
              <a:buFont typeface="Archivo Black"/>
              <a:buChar char="●"/>
            </a:pPr>
            <a:r>
              <a:rPr lang="en-US" sz="1950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rPr>
              <a:t>Time constant (𝜏=𝑅1𝐶1τ=R1C1) ensures the capacitor tracks the envelope, not the carrier.</a:t>
            </a:r>
            <a:endParaRPr sz="1950">
              <a:solidFill>
                <a:schemeClr val="lt1"/>
              </a:solidFill>
              <a:latin typeface="Archivo Black"/>
              <a:ea typeface="Archivo Black"/>
              <a:cs typeface="Archivo Black"/>
              <a:sym typeface="Archivo Black"/>
            </a:endParaRPr>
          </a:p>
          <a:p>
            <a:pPr indent="-3524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Archivo Black"/>
              <a:buChar char="●"/>
            </a:pPr>
            <a:r>
              <a:rPr lang="en-US" sz="1950">
                <a:solidFill>
                  <a:schemeClr val="accent1"/>
                </a:solidFill>
                <a:latin typeface="Archivo Black"/>
                <a:ea typeface="Archivo Black"/>
                <a:cs typeface="Archivo Black"/>
                <a:sym typeface="Archivo Black"/>
              </a:rPr>
              <a:t>Recovered Signal:</a:t>
            </a:r>
            <a:endParaRPr sz="1950">
              <a:solidFill>
                <a:schemeClr val="accent1"/>
              </a:solidFill>
              <a:latin typeface="Archivo Black"/>
              <a:ea typeface="Archivo Black"/>
              <a:cs typeface="Archivo Black"/>
              <a:sym typeface="Archivo Black"/>
            </a:endParaRPr>
          </a:p>
          <a:p>
            <a:pPr indent="-35242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50"/>
              <a:buFont typeface="Archivo Black"/>
              <a:buChar char="●"/>
            </a:pPr>
            <a:r>
              <a:rPr lang="en-US" sz="1950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rPr>
              <a:t>The capacitor's voltage forms a smooth waveform, approximating the original modulating signal.</a:t>
            </a:r>
            <a:endParaRPr sz="1950">
              <a:solidFill>
                <a:schemeClr val="lt1"/>
              </a:solidFill>
              <a:latin typeface="Archivo Black"/>
              <a:ea typeface="Archivo Black"/>
              <a:cs typeface="Archivo Black"/>
              <a:sym typeface="Archivo Black"/>
            </a:endParaRPr>
          </a:p>
          <a:p>
            <a:pPr indent="-35242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50"/>
              <a:buFont typeface="Archivo Black"/>
              <a:buChar char="●"/>
            </a:pPr>
            <a:r>
              <a:rPr lang="en-US" sz="1950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rPr>
              <a:t>High-frequency ripple is minimal if the carrier frequency is much higher than the modulating signal.</a:t>
            </a:r>
            <a:endParaRPr sz="1950">
              <a:solidFill>
                <a:schemeClr val="lt1"/>
              </a:solidFill>
              <a:latin typeface="Archivo Black"/>
              <a:ea typeface="Archivo Black"/>
              <a:cs typeface="Archivo Black"/>
              <a:sym typeface="Archivo Black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t/>
            </a:r>
            <a:endParaRPr sz="2850">
              <a:solidFill>
                <a:schemeClr val="lt1"/>
              </a:solidFill>
              <a:latin typeface="Archivo Black"/>
              <a:ea typeface="Archivo Black"/>
              <a:cs typeface="Archivo Black"/>
              <a:sym typeface="Archivo Black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 sz="2250">
              <a:solidFill>
                <a:schemeClr val="lt1"/>
              </a:solidFill>
              <a:latin typeface="Archivo Black"/>
              <a:ea typeface="Archivo Black"/>
              <a:cs typeface="Archivo Black"/>
              <a:sym typeface="Archivo Black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lt1"/>
              </a:solidFill>
              <a:latin typeface="Archivo Black"/>
              <a:ea typeface="Archivo Black"/>
              <a:cs typeface="Archivo Black"/>
              <a:sym typeface="Archivo Black"/>
            </a:endParaRPr>
          </a:p>
        </p:txBody>
      </p:sp>
      <p:pic>
        <p:nvPicPr>
          <p:cNvPr id="238" name="Google Shape;238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088225" y="2974425"/>
            <a:ext cx="7815149" cy="4629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3" name="Google Shape;24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4" name="Google Shape;244;p20"/>
          <p:cNvGrpSpPr/>
          <p:nvPr/>
        </p:nvGrpSpPr>
        <p:grpSpPr>
          <a:xfrm>
            <a:off x="629084" y="573225"/>
            <a:ext cx="17030236" cy="8996375"/>
            <a:chOff x="0" y="-38100"/>
            <a:chExt cx="4485300" cy="2369400"/>
          </a:xfrm>
        </p:grpSpPr>
        <p:sp>
          <p:nvSpPr>
            <p:cNvPr id="245" name="Google Shape;245;p20"/>
            <p:cNvSpPr/>
            <p:nvPr/>
          </p:nvSpPr>
          <p:spPr>
            <a:xfrm>
              <a:off x="0" y="0"/>
              <a:ext cx="4485224" cy="2331187"/>
            </a:xfrm>
            <a:custGeom>
              <a:rect b="b" l="l" r="r" t="t"/>
              <a:pathLst>
                <a:path extrusionOk="0" h="2331187" w="4485224">
                  <a:moveTo>
                    <a:pt x="0" y="0"/>
                  </a:moveTo>
                  <a:lnTo>
                    <a:pt x="4485224" y="0"/>
                  </a:lnTo>
                  <a:lnTo>
                    <a:pt x="4485224" y="2331187"/>
                  </a:lnTo>
                  <a:lnTo>
                    <a:pt x="0" y="2331187"/>
                  </a:lnTo>
                  <a:close/>
                </a:path>
              </a:pathLst>
            </a:custGeom>
            <a:solidFill>
              <a:srgbClr val="1A1C1F"/>
            </a:solidFill>
            <a:ln>
              <a:noFill/>
            </a:ln>
          </p:spPr>
        </p:sp>
        <p:sp>
          <p:nvSpPr>
            <p:cNvPr id="246" name="Google Shape;246;p20"/>
            <p:cNvSpPr txBox="1"/>
            <p:nvPr/>
          </p:nvSpPr>
          <p:spPr>
            <a:xfrm>
              <a:off x="0" y="-38100"/>
              <a:ext cx="4485300" cy="236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47" name="Google Shape;247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9550" y="56804"/>
            <a:ext cx="17719649" cy="10382595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0"/>
          <p:cNvSpPr txBox="1"/>
          <p:nvPr/>
        </p:nvSpPr>
        <p:spPr>
          <a:xfrm>
            <a:off x="1088225" y="1028800"/>
            <a:ext cx="144126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999">
                <a:solidFill>
                  <a:srgbClr val="F5C82A"/>
                </a:solidFill>
                <a:latin typeface="Archivo Black"/>
                <a:ea typeface="Archivo Black"/>
                <a:cs typeface="Archivo Black"/>
                <a:sym typeface="Archivo Black"/>
              </a:rPr>
              <a:t>PCB Design and Fabrication</a:t>
            </a:r>
            <a:endParaRPr/>
          </a:p>
        </p:txBody>
      </p:sp>
      <p:pic>
        <p:nvPicPr>
          <p:cNvPr id="249" name="Google Shape;249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500925" y="8609176"/>
            <a:ext cx="1523850" cy="785369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68700" y="3429000"/>
            <a:ext cx="8115302" cy="3568575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20"/>
          <p:cNvSpPr txBox="1"/>
          <p:nvPr/>
        </p:nvSpPr>
        <p:spPr>
          <a:xfrm>
            <a:off x="8855400" y="2410900"/>
            <a:ext cx="8575200" cy="68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91440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lang="en-US" sz="3250">
                <a:solidFill>
                  <a:schemeClr val="accent1"/>
                </a:solidFill>
                <a:latin typeface="Archivo Black"/>
                <a:ea typeface="Archivo Black"/>
                <a:cs typeface="Archivo Black"/>
                <a:sym typeface="Archivo Black"/>
              </a:rPr>
              <a:t>Layout Considerations</a:t>
            </a:r>
            <a:endParaRPr sz="3250">
              <a:solidFill>
                <a:schemeClr val="accent1"/>
              </a:solidFill>
              <a:latin typeface="Archivo Black"/>
              <a:ea typeface="Archivo Black"/>
              <a:cs typeface="Archivo Black"/>
              <a:sym typeface="Archivo Black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lang="en-US" sz="2050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rPr>
              <a:t>• </a:t>
            </a:r>
            <a:r>
              <a:rPr lang="en-US" sz="2250">
                <a:solidFill>
                  <a:schemeClr val="accent1"/>
                </a:solidFill>
                <a:latin typeface="Archivo Black"/>
                <a:ea typeface="Archivo Black"/>
                <a:cs typeface="Archivo Black"/>
                <a:sym typeface="Archivo Black"/>
              </a:rPr>
              <a:t>Short Traces</a:t>
            </a:r>
            <a:r>
              <a:rPr lang="en-US" sz="2250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rPr>
              <a:t>: High-frequency signals (carrier) are sensitive to stray inductances; we kept the traces short.</a:t>
            </a:r>
            <a:endParaRPr sz="2250">
              <a:solidFill>
                <a:schemeClr val="lt1"/>
              </a:solidFill>
              <a:latin typeface="Archivo Black"/>
              <a:ea typeface="Archivo Black"/>
              <a:cs typeface="Archivo Black"/>
              <a:sym typeface="Archivo Black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lang="en-US" sz="2250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rPr>
              <a:t>• </a:t>
            </a:r>
            <a:r>
              <a:rPr lang="en-US" sz="2250">
                <a:solidFill>
                  <a:schemeClr val="accent1"/>
                </a:solidFill>
                <a:latin typeface="Archivo Black"/>
                <a:ea typeface="Archivo Black"/>
                <a:cs typeface="Archivo Black"/>
                <a:sym typeface="Archivo Black"/>
              </a:rPr>
              <a:t>Ground Plane</a:t>
            </a:r>
            <a:r>
              <a:rPr lang="en-US" sz="2250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rPr>
              <a:t>: A solid ground plane on one side helped reduce noise coupling.</a:t>
            </a:r>
            <a:endParaRPr sz="2250">
              <a:solidFill>
                <a:schemeClr val="lt1"/>
              </a:solidFill>
              <a:latin typeface="Archivo Black"/>
              <a:ea typeface="Archivo Black"/>
              <a:cs typeface="Archivo Black"/>
              <a:sym typeface="Archivo Black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lang="en-US" sz="2250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rPr>
              <a:t>• </a:t>
            </a:r>
            <a:r>
              <a:rPr lang="en-US" sz="2250">
                <a:solidFill>
                  <a:schemeClr val="accent1"/>
                </a:solidFill>
                <a:latin typeface="Archivo Black"/>
                <a:ea typeface="Archivo Black"/>
                <a:cs typeface="Archivo Black"/>
                <a:sym typeface="Archivo Black"/>
              </a:rPr>
              <a:t>Component Placement</a:t>
            </a:r>
            <a:r>
              <a:rPr lang="en-US" sz="2250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rPr>
              <a:t>: Grouped the modulator components (diode, LC tank, transistor) close together. Similarly, the demodulator components (diode, RC filter) are placed in a separate section.</a:t>
            </a:r>
            <a:endParaRPr sz="2250">
              <a:solidFill>
                <a:schemeClr val="lt1"/>
              </a:solidFill>
              <a:latin typeface="Archivo Black"/>
              <a:ea typeface="Archivo Black"/>
              <a:cs typeface="Archivo Black"/>
              <a:sym typeface="Archivo Black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t/>
            </a:r>
            <a:endParaRPr sz="3250">
              <a:solidFill>
                <a:schemeClr val="accent1"/>
              </a:solidFill>
              <a:latin typeface="Archivo Black"/>
              <a:ea typeface="Archivo Black"/>
              <a:cs typeface="Archivo Black"/>
              <a:sym typeface="Archivo Black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t/>
            </a:r>
            <a:endParaRPr sz="2850">
              <a:solidFill>
                <a:schemeClr val="lt1"/>
              </a:solidFill>
              <a:latin typeface="Archivo Black"/>
              <a:ea typeface="Archivo Black"/>
              <a:cs typeface="Archivo Black"/>
              <a:sym typeface="Archivo Black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 sz="2250">
              <a:solidFill>
                <a:schemeClr val="lt1"/>
              </a:solidFill>
              <a:latin typeface="Archivo Black"/>
              <a:ea typeface="Archivo Black"/>
              <a:cs typeface="Archivo Black"/>
              <a:sym typeface="Archivo Black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lt1"/>
              </a:solidFill>
              <a:latin typeface="Archivo Black"/>
              <a:ea typeface="Archivo Black"/>
              <a:cs typeface="Archivo Black"/>
              <a:sym typeface="Archivo Black"/>
            </a:endParaRPr>
          </a:p>
        </p:txBody>
      </p:sp>
      <p:pic>
        <p:nvPicPr>
          <p:cNvPr id="252" name="Google Shape;252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164425" y="3824600"/>
            <a:ext cx="7543825" cy="2846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7" name="Google Shape;257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8" name="Google Shape;258;p21"/>
          <p:cNvGrpSpPr/>
          <p:nvPr/>
        </p:nvGrpSpPr>
        <p:grpSpPr>
          <a:xfrm>
            <a:off x="629084" y="573225"/>
            <a:ext cx="17030236" cy="8996375"/>
            <a:chOff x="0" y="-38100"/>
            <a:chExt cx="4485300" cy="2369400"/>
          </a:xfrm>
        </p:grpSpPr>
        <p:sp>
          <p:nvSpPr>
            <p:cNvPr id="259" name="Google Shape;259;p21"/>
            <p:cNvSpPr/>
            <p:nvPr/>
          </p:nvSpPr>
          <p:spPr>
            <a:xfrm>
              <a:off x="0" y="0"/>
              <a:ext cx="4485224" cy="2331187"/>
            </a:xfrm>
            <a:custGeom>
              <a:rect b="b" l="l" r="r" t="t"/>
              <a:pathLst>
                <a:path extrusionOk="0" h="2331187" w="4485224">
                  <a:moveTo>
                    <a:pt x="0" y="0"/>
                  </a:moveTo>
                  <a:lnTo>
                    <a:pt x="4485224" y="0"/>
                  </a:lnTo>
                  <a:lnTo>
                    <a:pt x="4485224" y="2331187"/>
                  </a:lnTo>
                  <a:lnTo>
                    <a:pt x="0" y="2331187"/>
                  </a:lnTo>
                  <a:close/>
                </a:path>
              </a:pathLst>
            </a:custGeom>
            <a:solidFill>
              <a:srgbClr val="1A1C1F"/>
            </a:solidFill>
            <a:ln>
              <a:noFill/>
            </a:ln>
          </p:spPr>
        </p:sp>
        <p:sp>
          <p:nvSpPr>
            <p:cNvPr id="260" name="Google Shape;260;p21"/>
            <p:cNvSpPr txBox="1"/>
            <p:nvPr/>
          </p:nvSpPr>
          <p:spPr>
            <a:xfrm>
              <a:off x="0" y="-38100"/>
              <a:ext cx="4485300" cy="236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61" name="Google Shape;261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9550" y="56804"/>
            <a:ext cx="17719649" cy="10382595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1"/>
          <p:cNvSpPr txBox="1"/>
          <p:nvPr/>
        </p:nvSpPr>
        <p:spPr>
          <a:xfrm>
            <a:off x="1088225" y="1028800"/>
            <a:ext cx="144126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999">
                <a:solidFill>
                  <a:srgbClr val="F5C82A"/>
                </a:solidFill>
                <a:latin typeface="Archivo Black"/>
                <a:ea typeface="Archivo Black"/>
                <a:cs typeface="Archivo Black"/>
                <a:sym typeface="Archivo Black"/>
              </a:rPr>
              <a:t>PCB Design and Fabrication</a:t>
            </a:r>
            <a:endParaRPr/>
          </a:p>
        </p:txBody>
      </p:sp>
      <p:pic>
        <p:nvPicPr>
          <p:cNvPr id="263" name="Google Shape;263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500925" y="8609176"/>
            <a:ext cx="1523850" cy="78536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68700" y="2730500"/>
            <a:ext cx="8115302" cy="5117700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1"/>
          <p:cNvSpPr txBox="1"/>
          <p:nvPr/>
        </p:nvSpPr>
        <p:spPr>
          <a:xfrm>
            <a:off x="9498125" y="2356650"/>
            <a:ext cx="8161200" cy="62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150">
                <a:solidFill>
                  <a:schemeClr val="accent1"/>
                </a:solidFill>
                <a:latin typeface="Archivo Black"/>
                <a:ea typeface="Archivo Black"/>
                <a:cs typeface="Archivo Black"/>
                <a:sym typeface="Archivo Black"/>
              </a:rPr>
              <a:t> PCB Etching Process</a:t>
            </a:r>
            <a:endParaRPr sz="3150">
              <a:solidFill>
                <a:schemeClr val="accent1"/>
              </a:solidFill>
              <a:latin typeface="Archivo Black"/>
              <a:ea typeface="Archivo Black"/>
              <a:cs typeface="Archivo Black"/>
              <a:sym typeface="Archivo Black"/>
            </a:endParaRPr>
          </a:p>
          <a:p>
            <a:pPr indent="-371475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accent1"/>
              </a:buClr>
              <a:buSzPts val="2250"/>
              <a:buFont typeface="Archivo Black"/>
              <a:buChar char="●"/>
            </a:pPr>
            <a:r>
              <a:rPr lang="en-US" sz="2250">
                <a:solidFill>
                  <a:schemeClr val="accent1"/>
                </a:solidFill>
                <a:latin typeface="Archivo Black"/>
                <a:ea typeface="Archivo Black"/>
                <a:cs typeface="Archivo Black"/>
                <a:sym typeface="Archivo Black"/>
              </a:rPr>
              <a:t>Cleansing:</a:t>
            </a:r>
            <a:endParaRPr sz="2250">
              <a:solidFill>
                <a:schemeClr val="accent1"/>
              </a:solidFill>
              <a:latin typeface="Archivo Black"/>
              <a:ea typeface="Archivo Black"/>
              <a:cs typeface="Archivo Black"/>
              <a:sym typeface="Archivo Black"/>
            </a:endParaRPr>
          </a:p>
          <a:p>
            <a:pPr indent="-37147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50"/>
              <a:buFont typeface="Archivo Black"/>
              <a:buChar char="●"/>
            </a:pPr>
            <a:r>
              <a:rPr lang="en-US" sz="2250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rPr>
              <a:t>Removed oxidation with sandpaper and isopropyl alcohol.</a:t>
            </a:r>
            <a:endParaRPr sz="2250">
              <a:solidFill>
                <a:schemeClr val="lt1"/>
              </a:solidFill>
              <a:latin typeface="Archivo Black"/>
              <a:ea typeface="Archivo Black"/>
              <a:cs typeface="Archivo Black"/>
              <a:sym typeface="Archivo Black"/>
            </a:endParaRPr>
          </a:p>
          <a:p>
            <a:pPr indent="-3714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50"/>
              <a:buFont typeface="Archivo Black"/>
              <a:buChar char="●"/>
            </a:pPr>
            <a:r>
              <a:rPr lang="en-US" sz="2250">
                <a:solidFill>
                  <a:schemeClr val="accent1"/>
                </a:solidFill>
                <a:latin typeface="Archivo Black"/>
                <a:ea typeface="Archivo Black"/>
                <a:cs typeface="Archivo Black"/>
                <a:sym typeface="Archivo Black"/>
              </a:rPr>
              <a:t>Layout Transfer:</a:t>
            </a:r>
            <a:endParaRPr sz="2250">
              <a:solidFill>
                <a:schemeClr val="accent1"/>
              </a:solidFill>
              <a:latin typeface="Archivo Black"/>
              <a:ea typeface="Archivo Black"/>
              <a:cs typeface="Archivo Black"/>
              <a:sym typeface="Archivo Black"/>
            </a:endParaRPr>
          </a:p>
          <a:p>
            <a:pPr indent="-37147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50"/>
              <a:buFont typeface="Archivo Black"/>
              <a:buChar char="●"/>
            </a:pPr>
            <a:r>
              <a:rPr lang="en-US" sz="2250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rPr>
              <a:t>Applied nail polish to draw the PCB layout, protecting areas from etching.</a:t>
            </a:r>
            <a:endParaRPr sz="2250">
              <a:solidFill>
                <a:schemeClr val="lt1"/>
              </a:solidFill>
              <a:latin typeface="Archivo Black"/>
              <a:ea typeface="Archivo Black"/>
              <a:cs typeface="Archivo Black"/>
              <a:sym typeface="Archivo Black"/>
            </a:endParaRPr>
          </a:p>
          <a:p>
            <a:pPr indent="-3714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50"/>
              <a:buFont typeface="Archivo Black"/>
              <a:buChar char="●"/>
            </a:pPr>
            <a:r>
              <a:rPr lang="en-US" sz="2250">
                <a:solidFill>
                  <a:schemeClr val="accent1"/>
                </a:solidFill>
                <a:latin typeface="Archivo Black"/>
                <a:ea typeface="Archivo Black"/>
                <a:cs typeface="Archivo Black"/>
                <a:sym typeface="Archivo Black"/>
              </a:rPr>
              <a:t>Etching</a:t>
            </a:r>
            <a:r>
              <a:rPr lang="en-US" sz="2250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rPr>
              <a:t>:</a:t>
            </a:r>
            <a:endParaRPr sz="2250">
              <a:solidFill>
                <a:schemeClr val="lt1"/>
              </a:solidFill>
              <a:latin typeface="Archivo Black"/>
              <a:ea typeface="Archivo Black"/>
              <a:cs typeface="Archivo Black"/>
              <a:sym typeface="Archivo Black"/>
            </a:endParaRPr>
          </a:p>
          <a:p>
            <a:pPr indent="-37147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50"/>
              <a:buFont typeface="Archivo Black"/>
              <a:buChar char="●"/>
            </a:pPr>
            <a:r>
              <a:rPr lang="en-US" sz="2250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rPr>
              <a:t>Submerged in ferric chloride to dissolve exposed copper.</a:t>
            </a:r>
            <a:endParaRPr sz="2250">
              <a:solidFill>
                <a:schemeClr val="lt1"/>
              </a:solidFill>
              <a:latin typeface="Archivo Black"/>
              <a:ea typeface="Archivo Black"/>
              <a:cs typeface="Archivo Black"/>
              <a:sym typeface="Archivo Black"/>
            </a:endParaRPr>
          </a:p>
          <a:p>
            <a:pPr indent="-3714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50"/>
              <a:buFont typeface="Archivo Black"/>
              <a:buChar char="●"/>
            </a:pPr>
            <a:r>
              <a:rPr lang="en-US" sz="2250">
                <a:solidFill>
                  <a:schemeClr val="accent1"/>
                </a:solidFill>
                <a:latin typeface="Archivo Black"/>
                <a:ea typeface="Archivo Black"/>
                <a:cs typeface="Archivo Black"/>
                <a:sym typeface="Archivo Black"/>
              </a:rPr>
              <a:t>Drilling and Soldering</a:t>
            </a:r>
            <a:r>
              <a:rPr lang="en-US" sz="2250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rPr>
              <a:t>:</a:t>
            </a:r>
            <a:endParaRPr sz="2250">
              <a:solidFill>
                <a:schemeClr val="lt1"/>
              </a:solidFill>
              <a:latin typeface="Archivo Black"/>
              <a:ea typeface="Archivo Black"/>
              <a:cs typeface="Archivo Black"/>
              <a:sym typeface="Archivo Black"/>
            </a:endParaRPr>
          </a:p>
          <a:p>
            <a:pPr indent="-37147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50"/>
              <a:buFont typeface="Archivo Black"/>
              <a:buChar char="●"/>
            </a:pPr>
            <a:r>
              <a:rPr lang="en-US" sz="2250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rPr>
              <a:t>Drilled holes and soldered components, ensuring correct polarity.</a:t>
            </a:r>
            <a:endParaRPr sz="2250">
              <a:solidFill>
                <a:schemeClr val="lt1"/>
              </a:solidFill>
              <a:latin typeface="Archivo Black"/>
              <a:ea typeface="Archivo Black"/>
              <a:cs typeface="Archivo Black"/>
              <a:sym typeface="Archivo Black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t/>
            </a:r>
            <a:endParaRPr sz="3250">
              <a:solidFill>
                <a:schemeClr val="accent1"/>
              </a:solidFill>
              <a:latin typeface="Archivo Black"/>
              <a:ea typeface="Archivo Black"/>
              <a:cs typeface="Archivo Black"/>
              <a:sym typeface="Archivo Black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t/>
            </a:r>
            <a:endParaRPr sz="3250">
              <a:solidFill>
                <a:schemeClr val="accent1"/>
              </a:solidFill>
              <a:latin typeface="Archivo Black"/>
              <a:ea typeface="Archivo Black"/>
              <a:cs typeface="Archivo Black"/>
              <a:sym typeface="Archivo Black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t/>
            </a:r>
            <a:endParaRPr sz="2850">
              <a:solidFill>
                <a:schemeClr val="lt1"/>
              </a:solidFill>
              <a:latin typeface="Archivo Black"/>
              <a:ea typeface="Archivo Black"/>
              <a:cs typeface="Archivo Black"/>
              <a:sym typeface="Archivo Black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 sz="2250">
              <a:solidFill>
                <a:schemeClr val="lt1"/>
              </a:solidFill>
              <a:latin typeface="Archivo Black"/>
              <a:ea typeface="Archivo Black"/>
              <a:cs typeface="Archivo Black"/>
              <a:sym typeface="Archivo Black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lt1"/>
              </a:solidFill>
              <a:latin typeface="Archivo Black"/>
              <a:ea typeface="Archivo Black"/>
              <a:cs typeface="Archivo Black"/>
              <a:sym typeface="Archivo Black"/>
            </a:endParaRPr>
          </a:p>
        </p:txBody>
      </p:sp>
      <p:pic>
        <p:nvPicPr>
          <p:cNvPr id="266" name="Google Shape;266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088225" y="2835350"/>
            <a:ext cx="7742625" cy="4936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1" name="Google Shape;271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2" name="Google Shape;272;p22"/>
          <p:cNvGrpSpPr/>
          <p:nvPr/>
        </p:nvGrpSpPr>
        <p:grpSpPr>
          <a:xfrm>
            <a:off x="629084" y="573225"/>
            <a:ext cx="17030236" cy="8996375"/>
            <a:chOff x="0" y="-38100"/>
            <a:chExt cx="4485300" cy="2369400"/>
          </a:xfrm>
        </p:grpSpPr>
        <p:sp>
          <p:nvSpPr>
            <p:cNvPr id="273" name="Google Shape;273;p22"/>
            <p:cNvSpPr/>
            <p:nvPr/>
          </p:nvSpPr>
          <p:spPr>
            <a:xfrm>
              <a:off x="0" y="0"/>
              <a:ext cx="4485224" cy="2331187"/>
            </a:xfrm>
            <a:custGeom>
              <a:rect b="b" l="l" r="r" t="t"/>
              <a:pathLst>
                <a:path extrusionOk="0" h="2331187" w="4485224">
                  <a:moveTo>
                    <a:pt x="0" y="0"/>
                  </a:moveTo>
                  <a:lnTo>
                    <a:pt x="4485224" y="0"/>
                  </a:lnTo>
                  <a:lnTo>
                    <a:pt x="4485224" y="2331187"/>
                  </a:lnTo>
                  <a:lnTo>
                    <a:pt x="0" y="2331187"/>
                  </a:lnTo>
                  <a:close/>
                </a:path>
              </a:pathLst>
            </a:custGeom>
            <a:solidFill>
              <a:srgbClr val="1A1C1F"/>
            </a:solidFill>
            <a:ln>
              <a:noFill/>
            </a:ln>
          </p:spPr>
        </p:sp>
        <p:sp>
          <p:nvSpPr>
            <p:cNvPr id="274" name="Google Shape;274;p22"/>
            <p:cNvSpPr txBox="1"/>
            <p:nvPr/>
          </p:nvSpPr>
          <p:spPr>
            <a:xfrm>
              <a:off x="0" y="-38100"/>
              <a:ext cx="4485300" cy="236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75" name="Google Shape;275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9550" y="56804"/>
            <a:ext cx="17719649" cy="10382595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22"/>
          <p:cNvSpPr txBox="1"/>
          <p:nvPr/>
        </p:nvSpPr>
        <p:spPr>
          <a:xfrm>
            <a:off x="1088225" y="1028800"/>
            <a:ext cx="14412600" cy="82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350">
                <a:solidFill>
                  <a:schemeClr val="accent1"/>
                </a:solidFill>
                <a:latin typeface="Archivo Black"/>
                <a:ea typeface="Archivo Black"/>
                <a:cs typeface="Archivo Black"/>
                <a:sym typeface="Archivo Black"/>
              </a:rPr>
              <a:t>Experimental Setup</a:t>
            </a:r>
            <a:endParaRPr sz="5700">
              <a:solidFill>
                <a:schemeClr val="accent1"/>
              </a:solidFill>
              <a:latin typeface="Archivo Black"/>
              <a:ea typeface="Archivo Black"/>
              <a:cs typeface="Archivo Black"/>
              <a:sym typeface="Archivo Black"/>
            </a:endParaRPr>
          </a:p>
        </p:txBody>
      </p:sp>
      <p:pic>
        <p:nvPicPr>
          <p:cNvPr id="277" name="Google Shape;277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500925" y="8609176"/>
            <a:ext cx="1523850" cy="785369"/>
          </a:xfrm>
          <a:prstGeom prst="rect">
            <a:avLst/>
          </a:prstGeom>
          <a:noFill/>
          <a:ln>
            <a:noFill/>
          </a:ln>
        </p:spPr>
      </p:pic>
      <p:pic>
        <p:nvPicPr>
          <p:cNvPr id="278" name="Google Shape;278;p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68700" y="2730500"/>
            <a:ext cx="8115302" cy="5117700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22"/>
          <p:cNvSpPr txBox="1"/>
          <p:nvPr/>
        </p:nvSpPr>
        <p:spPr>
          <a:xfrm>
            <a:off x="9498125" y="2356650"/>
            <a:ext cx="8161200" cy="62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350">
                <a:solidFill>
                  <a:schemeClr val="accent1"/>
                </a:solidFill>
                <a:latin typeface="Archivo Black"/>
                <a:ea typeface="Archivo Black"/>
                <a:cs typeface="Archivo Black"/>
                <a:sym typeface="Archivo Black"/>
              </a:rPr>
              <a:t> </a:t>
            </a:r>
            <a:r>
              <a:rPr lang="en-US" sz="3250">
                <a:solidFill>
                  <a:schemeClr val="accent1"/>
                </a:solidFill>
                <a:latin typeface="Archivo Black"/>
                <a:ea typeface="Archivo Black"/>
                <a:cs typeface="Archivo Black"/>
                <a:sym typeface="Archivo Black"/>
              </a:rPr>
              <a:t>Test Procedure:</a:t>
            </a:r>
            <a:endParaRPr sz="3250">
              <a:solidFill>
                <a:schemeClr val="accent1"/>
              </a:solidFill>
              <a:latin typeface="Archivo Black"/>
              <a:ea typeface="Archivo Black"/>
              <a:cs typeface="Archivo Black"/>
              <a:sym typeface="Archivo Black"/>
            </a:endParaRPr>
          </a:p>
          <a:p>
            <a:pPr indent="-403225" lvl="1" marL="91440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lt1"/>
              </a:buClr>
              <a:buSzPts val="2750"/>
              <a:buFont typeface="Archivo Black"/>
              <a:buAutoNum type="arabicPeriod"/>
            </a:pPr>
            <a:r>
              <a:rPr lang="en-US" sz="2750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rPr>
              <a:t>Connected carrier input (~160 kHz) from a function generator to the modulator.</a:t>
            </a:r>
            <a:endParaRPr sz="2750">
              <a:solidFill>
                <a:schemeClr val="lt1"/>
              </a:solidFill>
              <a:latin typeface="Archivo Black"/>
              <a:ea typeface="Archivo Black"/>
              <a:cs typeface="Archivo Black"/>
              <a:sym typeface="Archivo Black"/>
            </a:endParaRPr>
          </a:p>
          <a:p>
            <a:pPr indent="-40322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50"/>
              <a:buFont typeface="Archivo Black"/>
              <a:buAutoNum type="arabicPeriod"/>
            </a:pPr>
            <a:r>
              <a:rPr lang="en-US" sz="2750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rPr>
              <a:t>Applied a 1 kHz modulating signal.</a:t>
            </a:r>
            <a:endParaRPr sz="2750">
              <a:solidFill>
                <a:schemeClr val="lt1"/>
              </a:solidFill>
              <a:latin typeface="Archivo Black"/>
              <a:ea typeface="Archivo Black"/>
              <a:cs typeface="Archivo Black"/>
              <a:sym typeface="Archivo Black"/>
            </a:endParaRPr>
          </a:p>
          <a:p>
            <a:pPr indent="-40322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50"/>
              <a:buFont typeface="Archivo Black"/>
              <a:buAutoNum type="arabicPeriod"/>
            </a:pPr>
            <a:r>
              <a:rPr lang="en-US" sz="2750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rPr>
              <a:t>Observed modulated output on an oscilloscope.</a:t>
            </a:r>
            <a:endParaRPr sz="2750">
              <a:solidFill>
                <a:schemeClr val="lt1"/>
              </a:solidFill>
              <a:latin typeface="Archivo Black"/>
              <a:ea typeface="Archivo Black"/>
              <a:cs typeface="Archivo Black"/>
              <a:sym typeface="Archivo Black"/>
            </a:endParaRPr>
          </a:p>
          <a:p>
            <a:pPr indent="-40322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50"/>
              <a:buFont typeface="Archivo Black"/>
              <a:buAutoNum type="arabicPeriod"/>
            </a:pPr>
            <a:r>
              <a:rPr lang="en-US" sz="2750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rPr>
              <a:t>Fed modulated signal into the demodulator.</a:t>
            </a:r>
            <a:endParaRPr sz="2750">
              <a:solidFill>
                <a:schemeClr val="lt1"/>
              </a:solidFill>
              <a:latin typeface="Archivo Black"/>
              <a:ea typeface="Archivo Black"/>
              <a:cs typeface="Archivo Black"/>
              <a:sym typeface="Archivo Black"/>
            </a:endParaRPr>
          </a:p>
          <a:p>
            <a:pPr indent="-40322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50"/>
              <a:buFont typeface="Archivo Black"/>
              <a:buAutoNum type="arabicPeriod"/>
            </a:pPr>
            <a:r>
              <a:rPr lang="en-US" sz="2750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rPr>
              <a:t>Measured demodulated output on a separate oscilloscope channel.</a:t>
            </a:r>
            <a:endParaRPr sz="2750">
              <a:solidFill>
                <a:schemeClr val="lt1"/>
              </a:solidFill>
              <a:latin typeface="Archivo Black"/>
              <a:ea typeface="Archivo Black"/>
              <a:cs typeface="Archivo Black"/>
              <a:sym typeface="Archivo Black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t/>
            </a:r>
            <a:endParaRPr sz="2750">
              <a:solidFill>
                <a:schemeClr val="lt1"/>
              </a:solidFill>
              <a:latin typeface="Archivo Black"/>
              <a:ea typeface="Archivo Black"/>
              <a:cs typeface="Archivo Black"/>
              <a:sym typeface="Archivo Black"/>
            </a:endParaRPr>
          </a:p>
          <a:p>
            <a:pPr indent="0" lvl="0" marL="0" rtl="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None/>
            </a:pPr>
            <a:r>
              <a:t/>
            </a:r>
            <a:endParaRPr sz="3150">
              <a:solidFill>
                <a:schemeClr val="accent1"/>
              </a:solidFill>
              <a:latin typeface="Archivo Black"/>
              <a:ea typeface="Archivo Black"/>
              <a:cs typeface="Archivo Black"/>
              <a:sym typeface="Archivo Black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t/>
            </a:r>
            <a:endParaRPr sz="3250">
              <a:solidFill>
                <a:schemeClr val="accent1"/>
              </a:solidFill>
              <a:latin typeface="Archivo Black"/>
              <a:ea typeface="Archivo Black"/>
              <a:cs typeface="Archivo Black"/>
              <a:sym typeface="Archivo Black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t/>
            </a:r>
            <a:endParaRPr sz="3250">
              <a:solidFill>
                <a:schemeClr val="accent1"/>
              </a:solidFill>
              <a:latin typeface="Archivo Black"/>
              <a:ea typeface="Archivo Black"/>
              <a:cs typeface="Archivo Black"/>
              <a:sym typeface="Archivo Black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t/>
            </a:r>
            <a:endParaRPr sz="2850">
              <a:solidFill>
                <a:schemeClr val="lt1"/>
              </a:solidFill>
              <a:latin typeface="Archivo Black"/>
              <a:ea typeface="Archivo Black"/>
              <a:cs typeface="Archivo Black"/>
              <a:sym typeface="Archivo Black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 sz="2250">
              <a:solidFill>
                <a:schemeClr val="lt1"/>
              </a:solidFill>
              <a:latin typeface="Archivo Black"/>
              <a:ea typeface="Archivo Black"/>
              <a:cs typeface="Archivo Black"/>
              <a:sym typeface="Archivo Black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lt1"/>
              </a:solidFill>
              <a:latin typeface="Archivo Black"/>
              <a:ea typeface="Archivo Black"/>
              <a:cs typeface="Archivo Black"/>
              <a:sym typeface="Archivo Black"/>
            </a:endParaRPr>
          </a:p>
        </p:txBody>
      </p:sp>
      <p:pic>
        <p:nvPicPr>
          <p:cNvPr id="280" name="Google Shape;280;p2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197300" y="2661775"/>
            <a:ext cx="7523126" cy="5642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5" name="Google Shape;285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86" name="Google Shape;286;p23"/>
          <p:cNvGrpSpPr/>
          <p:nvPr/>
        </p:nvGrpSpPr>
        <p:grpSpPr>
          <a:xfrm>
            <a:off x="629084" y="573225"/>
            <a:ext cx="17030236" cy="8996375"/>
            <a:chOff x="0" y="-38100"/>
            <a:chExt cx="4485300" cy="2369400"/>
          </a:xfrm>
        </p:grpSpPr>
        <p:sp>
          <p:nvSpPr>
            <p:cNvPr id="287" name="Google Shape;287;p23"/>
            <p:cNvSpPr/>
            <p:nvPr/>
          </p:nvSpPr>
          <p:spPr>
            <a:xfrm>
              <a:off x="0" y="0"/>
              <a:ext cx="4485224" cy="2331187"/>
            </a:xfrm>
            <a:custGeom>
              <a:rect b="b" l="l" r="r" t="t"/>
              <a:pathLst>
                <a:path extrusionOk="0" h="2331187" w="4485224">
                  <a:moveTo>
                    <a:pt x="0" y="0"/>
                  </a:moveTo>
                  <a:lnTo>
                    <a:pt x="4485224" y="0"/>
                  </a:lnTo>
                  <a:lnTo>
                    <a:pt x="4485224" y="2331187"/>
                  </a:lnTo>
                  <a:lnTo>
                    <a:pt x="0" y="2331187"/>
                  </a:lnTo>
                  <a:close/>
                </a:path>
              </a:pathLst>
            </a:custGeom>
            <a:solidFill>
              <a:srgbClr val="1A1C1F"/>
            </a:solidFill>
            <a:ln>
              <a:noFill/>
            </a:ln>
          </p:spPr>
        </p:sp>
        <p:sp>
          <p:nvSpPr>
            <p:cNvPr id="288" name="Google Shape;288;p23"/>
            <p:cNvSpPr txBox="1"/>
            <p:nvPr/>
          </p:nvSpPr>
          <p:spPr>
            <a:xfrm>
              <a:off x="0" y="-38100"/>
              <a:ext cx="4485300" cy="236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89" name="Google Shape;289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9550" y="56804"/>
            <a:ext cx="17719649" cy="10382595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23"/>
          <p:cNvSpPr txBox="1"/>
          <p:nvPr/>
        </p:nvSpPr>
        <p:spPr>
          <a:xfrm>
            <a:off x="1088225" y="1028800"/>
            <a:ext cx="14412600" cy="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50">
                <a:solidFill>
                  <a:schemeClr val="accent1"/>
                </a:solidFill>
                <a:latin typeface="Archivo Black"/>
                <a:ea typeface="Archivo Black"/>
                <a:cs typeface="Archivo Black"/>
                <a:sym typeface="Archivo Black"/>
              </a:rPr>
              <a:t>Oscilloscope Observations</a:t>
            </a:r>
            <a:endParaRPr sz="9000">
              <a:solidFill>
                <a:schemeClr val="accent1"/>
              </a:solidFill>
              <a:latin typeface="Archivo Black"/>
              <a:ea typeface="Archivo Black"/>
              <a:cs typeface="Archivo Black"/>
              <a:sym typeface="Archivo Black"/>
            </a:endParaRPr>
          </a:p>
        </p:txBody>
      </p:sp>
      <p:pic>
        <p:nvPicPr>
          <p:cNvPr id="291" name="Google Shape;291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500925" y="8609176"/>
            <a:ext cx="1523850" cy="785369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" name="Google Shape;292;p2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68700" y="2730500"/>
            <a:ext cx="8115302" cy="5117700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23"/>
          <p:cNvSpPr txBox="1"/>
          <p:nvPr/>
        </p:nvSpPr>
        <p:spPr>
          <a:xfrm>
            <a:off x="9498125" y="2280450"/>
            <a:ext cx="8161200" cy="62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0525" lvl="1" marL="9144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lt1"/>
              </a:buClr>
              <a:buSzPts val="2550"/>
              <a:buFont typeface="Archivo Black"/>
              <a:buAutoNum type="arabicPeriod"/>
            </a:pPr>
            <a:r>
              <a:rPr lang="en-US" sz="2550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rPr>
              <a:t>Modulator Output:</a:t>
            </a:r>
            <a:endParaRPr sz="2550">
              <a:solidFill>
                <a:schemeClr val="lt1"/>
              </a:solidFill>
              <a:latin typeface="Archivo Black"/>
              <a:ea typeface="Archivo Black"/>
              <a:cs typeface="Archivo Black"/>
              <a:sym typeface="Archivo Black"/>
            </a:endParaRPr>
          </a:p>
          <a:p>
            <a:pPr indent="-390525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50"/>
              <a:buFont typeface="Archivo Black"/>
              <a:buAutoNum type="romanLcPeriod"/>
            </a:pPr>
            <a:r>
              <a:rPr lang="en-US" sz="2550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rPr>
              <a:t>Displayed a carrier wave with amplitude variations matching the audio input.</a:t>
            </a:r>
            <a:endParaRPr sz="2550">
              <a:solidFill>
                <a:schemeClr val="lt1"/>
              </a:solidFill>
              <a:latin typeface="Archivo Black"/>
              <a:ea typeface="Archivo Black"/>
              <a:cs typeface="Archivo Black"/>
              <a:sym typeface="Archivo Black"/>
            </a:endParaRPr>
          </a:p>
          <a:p>
            <a:pPr indent="-39052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50"/>
              <a:buFont typeface="Archivo Black"/>
              <a:buAutoNum type="arabicPeriod"/>
            </a:pPr>
            <a:r>
              <a:rPr lang="en-US" sz="2550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rPr>
              <a:t>Demodulator Output:</a:t>
            </a:r>
            <a:endParaRPr sz="2550">
              <a:solidFill>
                <a:schemeClr val="lt1"/>
              </a:solidFill>
              <a:latin typeface="Archivo Black"/>
              <a:ea typeface="Archivo Black"/>
              <a:cs typeface="Archivo Black"/>
              <a:sym typeface="Archivo Black"/>
            </a:endParaRPr>
          </a:p>
          <a:p>
            <a:pPr indent="-390525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50"/>
              <a:buFont typeface="Archivo Black"/>
              <a:buAutoNum type="romanLcPeriod"/>
            </a:pPr>
            <a:r>
              <a:rPr lang="en-US" sz="2550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rPr>
              <a:t>Recovered envelope closely matched the original modulating signal.</a:t>
            </a:r>
            <a:endParaRPr sz="2550">
              <a:solidFill>
                <a:schemeClr val="lt1"/>
              </a:solidFill>
              <a:latin typeface="Archivo Black"/>
              <a:ea typeface="Archivo Black"/>
              <a:cs typeface="Archivo Black"/>
              <a:sym typeface="Archivo Black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t/>
            </a:r>
            <a:endParaRPr sz="5350">
              <a:solidFill>
                <a:schemeClr val="accent1"/>
              </a:solidFill>
              <a:latin typeface="Archivo Black"/>
              <a:ea typeface="Archivo Black"/>
              <a:cs typeface="Archivo Black"/>
              <a:sym typeface="Archivo Black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t/>
            </a:r>
            <a:endParaRPr sz="2750">
              <a:solidFill>
                <a:schemeClr val="lt1"/>
              </a:solidFill>
              <a:latin typeface="Archivo Black"/>
              <a:ea typeface="Archivo Black"/>
              <a:cs typeface="Archivo Black"/>
              <a:sym typeface="Archivo Black"/>
            </a:endParaRPr>
          </a:p>
          <a:p>
            <a:pPr indent="0" lvl="0" marL="0" rtl="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None/>
            </a:pPr>
            <a:r>
              <a:t/>
            </a:r>
            <a:endParaRPr sz="3150">
              <a:solidFill>
                <a:schemeClr val="accent1"/>
              </a:solidFill>
              <a:latin typeface="Archivo Black"/>
              <a:ea typeface="Archivo Black"/>
              <a:cs typeface="Archivo Black"/>
              <a:sym typeface="Archivo Black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t/>
            </a:r>
            <a:endParaRPr sz="3250">
              <a:solidFill>
                <a:schemeClr val="accent1"/>
              </a:solidFill>
              <a:latin typeface="Archivo Black"/>
              <a:ea typeface="Archivo Black"/>
              <a:cs typeface="Archivo Black"/>
              <a:sym typeface="Archivo Black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t/>
            </a:r>
            <a:endParaRPr sz="3250">
              <a:solidFill>
                <a:schemeClr val="accent1"/>
              </a:solidFill>
              <a:latin typeface="Archivo Black"/>
              <a:ea typeface="Archivo Black"/>
              <a:cs typeface="Archivo Black"/>
              <a:sym typeface="Archivo Black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t/>
            </a:r>
            <a:endParaRPr sz="2850">
              <a:solidFill>
                <a:schemeClr val="lt1"/>
              </a:solidFill>
              <a:latin typeface="Archivo Black"/>
              <a:ea typeface="Archivo Black"/>
              <a:cs typeface="Archivo Black"/>
              <a:sym typeface="Archivo Black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 sz="2250">
              <a:solidFill>
                <a:schemeClr val="lt1"/>
              </a:solidFill>
              <a:latin typeface="Archivo Black"/>
              <a:ea typeface="Archivo Black"/>
              <a:cs typeface="Archivo Black"/>
              <a:sym typeface="Archivo Black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lt1"/>
              </a:solidFill>
              <a:latin typeface="Archivo Black"/>
              <a:ea typeface="Archivo Black"/>
              <a:cs typeface="Archivo Black"/>
              <a:sym typeface="Archivo Black"/>
            </a:endParaRPr>
          </a:p>
        </p:txBody>
      </p:sp>
      <p:pic>
        <p:nvPicPr>
          <p:cNvPr id="294" name="Google Shape;294;p23"/>
          <p:cNvPicPr preferRelativeResize="0"/>
          <p:nvPr/>
        </p:nvPicPr>
        <p:blipFill rotWithShape="1">
          <a:blip r:embed="rId7">
            <a:alphaModFix/>
          </a:blip>
          <a:srcRect b="4816" l="0" r="0" t="4825"/>
          <a:stretch/>
        </p:blipFill>
        <p:spPr>
          <a:xfrm>
            <a:off x="1224150" y="2879425"/>
            <a:ext cx="7022176" cy="4758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9" name="Google Shape;299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00" name="Google Shape;300;p24"/>
          <p:cNvGrpSpPr/>
          <p:nvPr/>
        </p:nvGrpSpPr>
        <p:grpSpPr>
          <a:xfrm>
            <a:off x="629084" y="573225"/>
            <a:ext cx="17030236" cy="8996375"/>
            <a:chOff x="0" y="-38100"/>
            <a:chExt cx="4485300" cy="2369400"/>
          </a:xfrm>
        </p:grpSpPr>
        <p:sp>
          <p:nvSpPr>
            <p:cNvPr id="301" name="Google Shape;301;p24"/>
            <p:cNvSpPr/>
            <p:nvPr/>
          </p:nvSpPr>
          <p:spPr>
            <a:xfrm>
              <a:off x="0" y="0"/>
              <a:ext cx="4485224" cy="2331187"/>
            </a:xfrm>
            <a:custGeom>
              <a:rect b="b" l="l" r="r" t="t"/>
              <a:pathLst>
                <a:path extrusionOk="0" h="2331187" w="4485224">
                  <a:moveTo>
                    <a:pt x="0" y="0"/>
                  </a:moveTo>
                  <a:lnTo>
                    <a:pt x="4485224" y="0"/>
                  </a:lnTo>
                  <a:lnTo>
                    <a:pt x="4485224" y="2331187"/>
                  </a:lnTo>
                  <a:lnTo>
                    <a:pt x="0" y="2331187"/>
                  </a:lnTo>
                  <a:close/>
                </a:path>
              </a:pathLst>
            </a:custGeom>
            <a:solidFill>
              <a:srgbClr val="1A1C1F"/>
            </a:solidFill>
            <a:ln>
              <a:noFill/>
            </a:ln>
          </p:spPr>
        </p:sp>
        <p:sp>
          <p:nvSpPr>
            <p:cNvPr id="302" name="Google Shape;302;p24"/>
            <p:cNvSpPr txBox="1"/>
            <p:nvPr/>
          </p:nvSpPr>
          <p:spPr>
            <a:xfrm>
              <a:off x="0" y="-38100"/>
              <a:ext cx="4485300" cy="236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03" name="Google Shape;303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9550" y="56804"/>
            <a:ext cx="17719649" cy="10382595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24"/>
          <p:cNvSpPr txBox="1"/>
          <p:nvPr/>
        </p:nvSpPr>
        <p:spPr>
          <a:xfrm>
            <a:off x="6187175" y="4527750"/>
            <a:ext cx="63153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>
                <a:solidFill>
                  <a:schemeClr val="accent1"/>
                </a:solidFill>
                <a:latin typeface="Archivo Black"/>
                <a:ea typeface="Archivo Black"/>
                <a:cs typeface="Archivo Black"/>
                <a:sym typeface="Archivo Black"/>
              </a:rPr>
              <a:t>Thank You</a:t>
            </a:r>
            <a:endParaRPr sz="8000">
              <a:solidFill>
                <a:schemeClr val="accent1"/>
              </a:solidFill>
              <a:latin typeface="Archivo Black"/>
              <a:ea typeface="Archivo Black"/>
              <a:cs typeface="Archivo Black"/>
              <a:sym typeface="Archivo Black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Electrical Hazards Slides   ">
  <a:themeElements>
    <a:clrScheme name="Office">
      <a:dk1>
        <a:srgbClr val="000000"/>
      </a:dk1>
      <a:lt1>
        <a:srgbClr val="FFFFFF"/>
      </a:lt1>
      <a:dk2>
        <a:srgbClr val="1A1C1F"/>
      </a:dk2>
      <a:lt2>
        <a:srgbClr val="5B5C5E"/>
      </a:lt2>
      <a:accent1>
        <a:srgbClr val="F5C82A"/>
      </a:accent1>
      <a:accent2>
        <a:srgbClr val="888888"/>
      </a:accent2>
      <a:accent3>
        <a:srgbClr val="FFFFFF"/>
      </a:accent3>
      <a:accent4>
        <a:srgbClr val="1A1C1F"/>
      </a:accent4>
      <a:accent5>
        <a:srgbClr val="5B5C5E"/>
      </a:accent5>
      <a:accent6>
        <a:srgbClr val="F5C82A"/>
      </a:accent6>
      <a:hlink>
        <a:srgbClr val="888888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